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317" r:id="rId5"/>
    <p:sldId id="308" r:id="rId6"/>
    <p:sldId id="318" r:id="rId7"/>
    <p:sldId id="319" r:id="rId8"/>
    <p:sldId id="320" r:id="rId9"/>
    <p:sldId id="321" r:id="rId10"/>
    <p:sldId id="322" r:id="rId11"/>
    <p:sldId id="323" r:id="rId12"/>
    <p:sldId id="304" r:id="rId13"/>
  </p:sldIdLst>
  <p:sldSz cx="12192000" cy="6858000"/>
  <p:notesSz cx="6858000" cy="9144000"/>
  <p:defaultTextStyle>
    <a:defPPr>
      <a:defRPr lang="en-US"/>
    </a:defPPr>
    <a:lvl1pPr marL="0" algn="l" defTabSz="91419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1pPr>
    <a:lvl2pPr marL="457100" algn="l" defTabSz="91419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2pPr>
    <a:lvl3pPr marL="914199" algn="l" defTabSz="91419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3pPr>
    <a:lvl4pPr marL="1371299" algn="l" defTabSz="91419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4pPr>
    <a:lvl5pPr marL="1828398" algn="l" defTabSz="91419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5pPr>
    <a:lvl6pPr marL="2285498" algn="l" defTabSz="91419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6pPr>
    <a:lvl7pPr marL="2742598" algn="l" defTabSz="91419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7pPr>
    <a:lvl8pPr marL="3199696" algn="l" defTabSz="91419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8pPr>
    <a:lvl9pPr marL="3656795" algn="l" defTabSz="91419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5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5" userDrawn="1">
          <p15:clr>
            <a:srgbClr val="A4A3A4"/>
          </p15:clr>
        </p15:guide>
        <p15:guide id="4" orient="horz" pos="2310" userDrawn="1">
          <p15:clr>
            <a:srgbClr val="A4A3A4"/>
          </p15:clr>
        </p15:guide>
        <p15:guide id="5" orient="horz" pos="1943" userDrawn="1">
          <p15:clr>
            <a:srgbClr val="A4A3A4"/>
          </p15:clr>
        </p15:guide>
        <p15:guide id="6" orient="horz" pos="232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3665"/>
    <a:srgbClr val="442DEF"/>
    <a:srgbClr val="7D0B47"/>
    <a:srgbClr val="831105"/>
    <a:srgbClr val="477D58"/>
    <a:srgbClr val="961289"/>
    <a:srgbClr val="A69516"/>
    <a:srgbClr val="2F913F"/>
    <a:srgbClr val="F0D614"/>
    <a:srgbClr val="4A88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AF47F08-8F5B-4961-91C3-CFF90F4167BA}" v="19" dt="2025-09-12T17:20:00.655"/>
  </p1510:revLst>
</p1510:revInfo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405" autoAdjust="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>
        <p:guide orient="horz" pos="525"/>
        <p:guide pos="3864"/>
        <p:guide orient="horz" pos="1275"/>
        <p:guide orient="horz" pos="2310"/>
        <p:guide orient="horz" pos="1943"/>
        <p:guide orient="horz" pos="2325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chaita Dutta" userId="f22006c0bb25b989" providerId="LiveId" clId="{43D6A120-8338-4105-B7EE-91FFC40EFF88}"/>
    <pc:docChg chg="undo custSel addSld delSld modSld sldOrd">
      <pc:chgData name="Rachaita Dutta" userId="f22006c0bb25b989" providerId="LiveId" clId="{43D6A120-8338-4105-B7EE-91FFC40EFF88}" dt="2025-07-22T12:12:13.239" v="6452" actId="478"/>
      <pc:docMkLst>
        <pc:docMk/>
      </pc:docMkLst>
      <pc:sldChg chg="del">
        <pc:chgData name="Rachaita Dutta" userId="f22006c0bb25b989" providerId="LiveId" clId="{43D6A120-8338-4105-B7EE-91FFC40EFF88}" dt="2025-07-21T10:34:23.490" v="4561" actId="47"/>
        <pc:sldMkLst>
          <pc:docMk/>
          <pc:sldMk cId="1096717490" sldId="263"/>
        </pc:sldMkLst>
      </pc:sldChg>
      <pc:sldChg chg="addSp delSp modSp del mod">
        <pc:chgData name="Rachaita Dutta" userId="f22006c0bb25b989" providerId="LiveId" clId="{43D6A120-8338-4105-B7EE-91FFC40EFF88}" dt="2025-07-21T06:01:38.910" v="823" actId="47"/>
        <pc:sldMkLst>
          <pc:docMk/>
          <pc:sldMk cId="520000563" sldId="278"/>
        </pc:sldMkLst>
      </pc:sldChg>
      <pc:sldChg chg="modSp mod">
        <pc:chgData name="Rachaita Dutta" userId="f22006c0bb25b989" providerId="LiveId" clId="{43D6A120-8338-4105-B7EE-91FFC40EFF88}" dt="2025-07-21T05:21:55.904" v="262" actId="207"/>
        <pc:sldMkLst>
          <pc:docMk/>
          <pc:sldMk cId="586478555" sldId="307"/>
        </pc:sldMkLst>
      </pc:sldChg>
      <pc:sldChg chg="addSp delSp modSp mod">
        <pc:chgData name="Rachaita Dutta" userId="f22006c0bb25b989" providerId="LiveId" clId="{43D6A120-8338-4105-B7EE-91FFC40EFF88}" dt="2025-07-21T05:49:35.811" v="808" actId="115"/>
        <pc:sldMkLst>
          <pc:docMk/>
          <pc:sldMk cId="2222324472" sldId="308"/>
        </pc:sldMkLst>
      </pc:sldChg>
      <pc:sldChg chg="addSp delSp modSp mod">
        <pc:chgData name="Rachaita Dutta" userId="f22006c0bb25b989" providerId="LiveId" clId="{43D6A120-8338-4105-B7EE-91FFC40EFF88}" dt="2025-07-21T09:49:56.584" v="3768" actId="207"/>
        <pc:sldMkLst>
          <pc:docMk/>
          <pc:sldMk cId="1966913227" sldId="309"/>
        </pc:sldMkLst>
      </pc:sldChg>
      <pc:sldChg chg="del">
        <pc:chgData name="Rachaita Dutta" userId="f22006c0bb25b989" providerId="LiveId" clId="{43D6A120-8338-4105-B7EE-91FFC40EFF88}" dt="2025-07-21T10:34:38.371" v="4564" actId="47"/>
        <pc:sldMkLst>
          <pc:docMk/>
          <pc:sldMk cId="4230106960" sldId="310"/>
        </pc:sldMkLst>
      </pc:sldChg>
      <pc:sldChg chg="del">
        <pc:chgData name="Rachaita Dutta" userId="f22006c0bb25b989" providerId="LiveId" clId="{43D6A120-8338-4105-B7EE-91FFC40EFF88}" dt="2025-07-21T10:34:35.464" v="4563" actId="47"/>
        <pc:sldMkLst>
          <pc:docMk/>
          <pc:sldMk cId="3748348926" sldId="311"/>
        </pc:sldMkLst>
      </pc:sldChg>
      <pc:sldChg chg="del">
        <pc:chgData name="Rachaita Dutta" userId="f22006c0bb25b989" providerId="LiveId" clId="{43D6A120-8338-4105-B7EE-91FFC40EFF88}" dt="2025-07-21T08:06:27.501" v="1837" actId="47"/>
        <pc:sldMkLst>
          <pc:docMk/>
          <pc:sldMk cId="859909800" sldId="312"/>
        </pc:sldMkLst>
      </pc:sldChg>
      <pc:sldChg chg="del">
        <pc:chgData name="Rachaita Dutta" userId="f22006c0bb25b989" providerId="LiveId" clId="{43D6A120-8338-4105-B7EE-91FFC40EFF88}" dt="2025-07-21T10:34:30.271" v="4562" actId="47"/>
        <pc:sldMkLst>
          <pc:docMk/>
          <pc:sldMk cId="4132147533" sldId="314"/>
        </pc:sldMkLst>
      </pc:sldChg>
      <pc:sldChg chg="addSp delSp modSp mod ord">
        <pc:chgData name="Rachaita Dutta" userId="f22006c0bb25b989" providerId="LiveId" clId="{43D6A120-8338-4105-B7EE-91FFC40EFF88}" dt="2025-07-22T12:11:09.419" v="6444"/>
        <pc:sldMkLst>
          <pc:docMk/>
          <pc:sldMk cId="3064996118" sldId="315"/>
        </pc:sldMkLst>
      </pc:sldChg>
      <pc:sldChg chg="addSp delSp modSp mod">
        <pc:chgData name="Rachaita Dutta" userId="f22006c0bb25b989" providerId="LiveId" clId="{43D6A120-8338-4105-B7EE-91FFC40EFF88}" dt="2025-07-22T12:10:04.159" v="6436" actId="14100"/>
        <pc:sldMkLst>
          <pc:docMk/>
          <pc:sldMk cId="537809529" sldId="316"/>
        </pc:sldMkLst>
      </pc:sldChg>
      <pc:sldChg chg="addSp delSp modSp add mod">
        <pc:chgData name="Rachaita Dutta" userId="f22006c0bb25b989" providerId="LiveId" clId="{43D6A120-8338-4105-B7EE-91FFC40EFF88}" dt="2025-07-21T08:34:22.133" v="2695" actId="14100"/>
        <pc:sldMkLst>
          <pc:docMk/>
          <pc:sldMk cId="882450772" sldId="318"/>
        </pc:sldMkLst>
      </pc:sldChg>
      <pc:sldChg chg="delSp add del mod">
        <pc:chgData name="Rachaita Dutta" userId="f22006c0bb25b989" providerId="LiveId" clId="{43D6A120-8338-4105-B7EE-91FFC40EFF88}" dt="2025-07-21T09:52:07.663" v="3770" actId="47"/>
        <pc:sldMkLst>
          <pc:docMk/>
          <pc:sldMk cId="2715172811" sldId="319"/>
        </pc:sldMkLst>
      </pc:sldChg>
      <pc:sldChg chg="modSp add mod">
        <pc:chgData name="Rachaita Dutta" userId="f22006c0bb25b989" providerId="LiveId" clId="{43D6A120-8338-4105-B7EE-91FFC40EFF88}" dt="2025-07-21T10:35:23.442" v="4616" actId="20577"/>
        <pc:sldMkLst>
          <pc:docMk/>
          <pc:sldMk cId="1207166195" sldId="320"/>
        </pc:sldMkLst>
      </pc:sldChg>
      <pc:sldChg chg="addSp modSp add mod">
        <pc:chgData name="Rachaita Dutta" userId="f22006c0bb25b989" providerId="LiveId" clId="{43D6A120-8338-4105-B7EE-91FFC40EFF88}" dt="2025-07-21T17:38:24.212" v="5781" actId="1038"/>
        <pc:sldMkLst>
          <pc:docMk/>
          <pc:sldMk cId="710943388" sldId="321"/>
        </pc:sldMkLst>
      </pc:sldChg>
      <pc:sldChg chg="addSp delSp modSp add mod ord">
        <pc:chgData name="Rachaita Dutta" userId="f22006c0bb25b989" providerId="LiveId" clId="{43D6A120-8338-4105-B7EE-91FFC40EFF88}" dt="2025-07-22T12:11:36.175" v="6447"/>
        <pc:sldMkLst>
          <pc:docMk/>
          <pc:sldMk cId="3068126258" sldId="322"/>
        </pc:sldMkLst>
      </pc:sldChg>
      <pc:sldChg chg="delSp modSp add mod">
        <pc:chgData name="Rachaita Dutta" userId="f22006c0bb25b989" providerId="LiveId" clId="{43D6A120-8338-4105-B7EE-91FFC40EFF88}" dt="2025-07-22T12:12:13.239" v="6452" actId="478"/>
        <pc:sldMkLst>
          <pc:docMk/>
          <pc:sldMk cId="1906506350" sldId="323"/>
        </pc:sldMkLst>
      </pc:sldChg>
    </pc:docChg>
  </pc:docChgLst>
  <pc:docChgLst>
    <pc:chgData name="Rachaita Dutta" userId="f22006c0bb25b989" providerId="LiveId" clId="{0FBB7983-2134-4D35-8BA0-D5569169BFB1}"/>
    <pc:docChg chg="undo custSel addSld modSld">
      <pc:chgData name="Rachaita Dutta" userId="f22006c0bb25b989" providerId="LiveId" clId="{0FBB7983-2134-4D35-8BA0-D5569169BFB1}" dt="2025-07-25T05:21:39.755" v="2515" actId="1076"/>
      <pc:docMkLst>
        <pc:docMk/>
      </pc:docMkLst>
      <pc:sldChg chg="modSp mod">
        <pc:chgData name="Rachaita Dutta" userId="f22006c0bb25b989" providerId="LiveId" clId="{0FBB7983-2134-4D35-8BA0-D5569169BFB1}" dt="2025-07-23T14:08:32.415" v="2484" actId="207"/>
        <pc:sldMkLst>
          <pc:docMk/>
          <pc:sldMk cId="2188828507" sldId="304"/>
        </pc:sldMkLst>
      </pc:sldChg>
      <pc:sldChg chg="addSp delSp modSp mod">
        <pc:chgData name="Rachaita Dutta" userId="f22006c0bb25b989" providerId="LiveId" clId="{0FBB7983-2134-4D35-8BA0-D5569169BFB1}" dt="2025-07-25T04:18:08.219" v="2506" actId="1076"/>
        <pc:sldMkLst>
          <pc:docMk/>
          <pc:sldMk cId="3064996118" sldId="315"/>
        </pc:sldMkLst>
      </pc:sldChg>
      <pc:sldChg chg="addSp modSp mod">
        <pc:chgData name="Rachaita Dutta" userId="f22006c0bb25b989" providerId="LiveId" clId="{0FBB7983-2134-4D35-8BA0-D5569169BFB1}" dt="2025-07-22T13:29:24.185" v="29" actId="20577"/>
        <pc:sldMkLst>
          <pc:docMk/>
          <pc:sldMk cId="537809529" sldId="316"/>
        </pc:sldMkLst>
      </pc:sldChg>
      <pc:sldChg chg="modSp mod">
        <pc:chgData name="Rachaita Dutta" userId="f22006c0bb25b989" providerId="LiveId" clId="{0FBB7983-2134-4D35-8BA0-D5569169BFB1}" dt="2025-07-22T13:47:57.367" v="253" actId="20577"/>
        <pc:sldMkLst>
          <pc:docMk/>
          <pc:sldMk cId="710943388" sldId="321"/>
        </pc:sldMkLst>
      </pc:sldChg>
      <pc:sldChg chg="addSp delSp modSp mod">
        <pc:chgData name="Rachaita Dutta" userId="f22006c0bb25b989" providerId="LiveId" clId="{0FBB7983-2134-4D35-8BA0-D5569169BFB1}" dt="2025-07-22T14:55:10.856" v="1119" actId="1035"/>
        <pc:sldMkLst>
          <pc:docMk/>
          <pc:sldMk cId="1906506350" sldId="323"/>
        </pc:sldMkLst>
      </pc:sldChg>
      <pc:sldChg chg="addSp delSp modSp add mod">
        <pc:chgData name="Rachaita Dutta" userId="f22006c0bb25b989" providerId="LiveId" clId="{0FBB7983-2134-4D35-8BA0-D5569169BFB1}" dt="2025-07-25T04:17:28.266" v="2500" actId="1076"/>
        <pc:sldMkLst>
          <pc:docMk/>
          <pc:sldMk cId="1974327970" sldId="324"/>
        </pc:sldMkLst>
      </pc:sldChg>
      <pc:sldChg chg="addSp delSp modSp new mod">
        <pc:chgData name="Rachaita Dutta" userId="f22006c0bb25b989" providerId="LiveId" clId="{0FBB7983-2134-4D35-8BA0-D5569169BFB1}" dt="2025-07-25T05:21:39.755" v="2515" actId="1076"/>
        <pc:sldMkLst>
          <pc:docMk/>
          <pc:sldMk cId="2683570500" sldId="325"/>
        </pc:sldMkLst>
      </pc:sldChg>
    </pc:docChg>
  </pc:docChgLst>
  <pc:docChgLst>
    <pc:chgData name="Rachaita Dutta" userId="f22006c0bb25b989" providerId="LiveId" clId="{C9CC4FF0-0674-4239-A695-D4BB51F3ACF6}"/>
    <pc:docChg chg="undo custSel addSld delSld modSld modMainMaster modNotesMaster">
      <pc:chgData name="Rachaita Dutta" userId="f22006c0bb25b989" providerId="LiveId" clId="{C9CC4FF0-0674-4239-A695-D4BB51F3ACF6}" dt="2025-09-12T17:21:42.118" v="728" actId="47"/>
      <pc:docMkLst>
        <pc:docMk/>
      </pc:docMkLst>
      <pc:sldChg chg="modSp modNotes">
        <pc:chgData name="Rachaita Dutta" userId="f22006c0bb25b989" providerId="LiveId" clId="{C9CC4FF0-0674-4239-A695-D4BB51F3ACF6}" dt="2025-09-12T17:01:20.260" v="630"/>
        <pc:sldMkLst>
          <pc:docMk/>
          <pc:sldMk cId="2188828507" sldId="304"/>
        </pc:sldMkLst>
        <pc:spChg chg="mod">
          <ac:chgData name="Rachaita Dutta" userId="f22006c0bb25b989" providerId="LiveId" clId="{C9CC4FF0-0674-4239-A695-D4BB51F3ACF6}" dt="2025-09-12T17:01:20.260" v="630"/>
          <ac:spMkLst>
            <pc:docMk/>
            <pc:sldMk cId="2188828507" sldId="304"/>
            <ac:spMk id="11" creationId="{C6DCC38C-603B-CCD0-2914-0BBCD4F4F74E}"/>
          </ac:spMkLst>
        </pc:spChg>
      </pc:sldChg>
      <pc:sldChg chg="addSp delSp modSp mod modNotes">
        <pc:chgData name="Rachaita Dutta" userId="f22006c0bb25b989" providerId="LiveId" clId="{C9CC4FF0-0674-4239-A695-D4BB51F3ACF6}" dt="2025-09-12T17:02:38.053" v="639" actId="14100"/>
        <pc:sldMkLst>
          <pc:docMk/>
          <pc:sldMk cId="2222324472" sldId="308"/>
        </pc:sldMkLst>
        <pc:spChg chg="del mod">
          <ac:chgData name="Rachaita Dutta" userId="f22006c0bb25b989" providerId="LiveId" clId="{C9CC4FF0-0674-4239-A695-D4BB51F3ACF6}" dt="2025-09-12T16:13:49.701" v="579" actId="478"/>
          <ac:spMkLst>
            <pc:docMk/>
            <pc:sldMk cId="2222324472" sldId="308"/>
            <ac:spMk id="5" creationId="{0866ECF8-176F-39B5-9C0C-E01A73478434}"/>
          </ac:spMkLst>
        </pc:spChg>
        <pc:picChg chg="del">
          <ac:chgData name="Rachaita Dutta" userId="f22006c0bb25b989" providerId="LiveId" clId="{C9CC4FF0-0674-4239-A695-D4BB51F3ACF6}" dt="2025-09-12T16:13:29.728" v="577" actId="478"/>
          <ac:picMkLst>
            <pc:docMk/>
            <pc:sldMk cId="2222324472" sldId="308"/>
            <ac:picMk id="3" creationId="{E12A7167-15DB-4360-0E55-8AD2ED5BFEEB}"/>
          </ac:picMkLst>
        </pc:picChg>
        <pc:picChg chg="add del mod">
          <ac:chgData name="Rachaita Dutta" userId="f22006c0bb25b989" providerId="LiveId" clId="{C9CC4FF0-0674-4239-A695-D4BB51F3ACF6}" dt="2025-09-12T16:57:32.779" v="596" actId="478"/>
          <ac:picMkLst>
            <pc:docMk/>
            <pc:sldMk cId="2222324472" sldId="308"/>
            <ac:picMk id="4" creationId="{7788A848-5BDD-5CF7-72C7-75F5938613D1}"/>
          </ac:picMkLst>
        </pc:picChg>
        <pc:picChg chg="add mod">
          <ac:chgData name="Rachaita Dutta" userId="f22006c0bb25b989" providerId="LiveId" clId="{C9CC4FF0-0674-4239-A695-D4BB51F3ACF6}" dt="2025-09-12T17:01:36.471" v="632" actId="14100"/>
          <ac:picMkLst>
            <pc:docMk/>
            <pc:sldMk cId="2222324472" sldId="308"/>
            <ac:picMk id="7" creationId="{6C41EFBC-7DFC-0780-98C6-8B28503351F2}"/>
          </ac:picMkLst>
        </pc:picChg>
        <pc:picChg chg="add mod">
          <ac:chgData name="Rachaita Dutta" userId="f22006c0bb25b989" providerId="LiveId" clId="{C9CC4FF0-0674-4239-A695-D4BB51F3ACF6}" dt="2025-09-12T17:02:38.053" v="639" actId="14100"/>
          <ac:picMkLst>
            <pc:docMk/>
            <pc:sldMk cId="2222324472" sldId="308"/>
            <ac:picMk id="8" creationId="{B70A3EF5-752C-B48F-627D-E7CAB697157F}"/>
          </ac:picMkLst>
        </pc:picChg>
      </pc:sldChg>
      <pc:sldChg chg="modSp mod modNotes">
        <pc:chgData name="Rachaita Dutta" userId="f22006c0bb25b989" providerId="LiveId" clId="{C9CC4FF0-0674-4239-A695-D4BB51F3ACF6}" dt="2025-09-12T17:01:20.260" v="630"/>
        <pc:sldMkLst>
          <pc:docMk/>
          <pc:sldMk cId="1338167130" sldId="317"/>
        </pc:sldMkLst>
        <pc:spChg chg="mod">
          <ac:chgData name="Rachaita Dutta" userId="f22006c0bb25b989" providerId="LiveId" clId="{C9CC4FF0-0674-4239-A695-D4BB51F3ACF6}" dt="2025-09-12T17:01:20.260" v="630"/>
          <ac:spMkLst>
            <pc:docMk/>
            <pc:sldMk cId="1338167130" sldId="317"/>
            <ac:spMk id="3" creationId="{B45A4A65-E8B8-40CF-7ABD-97EA8FA97521}"/>
          </ac:spMkLst>
        </pc:spChg>
      </pc:sldChg>
      <pc:sldChg chg="addSp delSp modSp mod">
        <pc:chgData name="Rachaita Dutta" userId="f22006c0bb25b989" providerId="LiveId" clId="{C9CC4FF0-0674-4239-A695-D4BB51F3ACF6}" dt="2025-09-12T17:06:01.503" v="654" actId="1076"/>
        <pc:sldMkLst>
          <pc:docMk/>
          <pc:sldMk cId="1546461221" sldId="318"/>
        </pc:sldMkLst>
        <pc:picChg chg="add del mod">
          <ac:chgData name="Rachaita Dutta" userId="f22006c0bb25b989" providerId="LiveId" clId="{C9CC4FF0-0674-4239-A695-D4BB51F3ACF6}" dt="2025-09-12T17:02:24.220" v="634" actId="21"/>
          <ac:picMkLst>
            <pc:docMk/>
            <pc:sldMk cId="1546461221" sldId="318"/>
            <ac:picMk id="3" creationId="{B70A3EF5-752C-B48F-627D-E7CAB697157F}"/>
          </ac:picMkLst>
        </pc:picChg>
        <pc:picChg chg="del">
          <ac:chgData name="Rachaita Dutta" userId="f22006c0bb25b989" providerId="LiveId" clId="{C9CC4FF0-0674-4239-A695-D4BB51F3ACF6}" dt="2025-09-12T16:55:16.854" v="580" actId="478"/>
          <ac:picMkLst>
            <pc:docMk/>
            <pc:sldMk cId="1546461221" sldId="318"/>
            <ac:picMk id="5" creationId="{18D72B05-311B-6542-C026-46B6D22593E0}"/>
          </ac:picMkLst>
        </pc:picChg>
        <pc:picChg chg="add mod">
          <ac:chgData name="Rachaita Dutta" userId="f22006c0bb25b989" providerId="LiveId" clId="{C9CC4FF0-0674-4239-A695-D4BB51F3ACF6}" dt="2025-09-12T17:06:01.503" v="654" actId="1076"/>
          <ac:picMkLst>
            <pc:docMk/>
            <pc:sldMk cId="1546461221" sldId="318"/>
            <ac:picMk id="6" creationId="{896F5E6C-4045-DC83-E665-A7593CF962A3}"/>
          </ac:picMkLst>
        </pc:picChg>
        <pc:picChg chg="add del mod">
          <ac:chgData name="Rachaita Dutta" userId="f22006c0bb25b989" providerId="LiveId" clId="{C9CC4FF0-0674-4239-A695-D4BB51F3ACF6}" dt="2025-09-12T17:04:22.753" v="644" actId="21"/>
          <ac:picMkLst>
            <pc:docMk/>
            <pc:sldMk cId="1546461221" sldId="318"/>
            <ac:picMk id="8" creationId="{2A56A4F1-0479-1EE0-F8BB-86885997DBC6}"/>
          </ac:picMkLst>
        </pc:picChg>
      </pc:sldChg>
      <pc:sldChg chg="addSp delSp modSp mod">
        <pc:chgData name="Rachaita Dutta" userId="f22006c0bb25b989" providerId="LiveId" clId="{C9CC4FF0-0674-4239-A695-D4BB51F3ACF6}" dt="2025-09-12T17:04:43.545" v="652" actId="1076"/>
        <pc:sldMkLst>
          <pc:docMk/>
          <pc:sldMk cId="451311901" sldId="319"/>
        </pc:sldMkLst>
        <pc:spChg chg="del">
          <ac:chgData name="Rachaita Dutta" userId="f22006c0bb25b989" providerId="LiveId" clId="{C9CC4FF0-0674-4239-A695-D4BB51F3ACF6}" dt="2025-09-12T16:55:21.499" v="581" actId="478"/>
          <ac:spMkLst>
            <pc:docMk/>
            <pc:sldMk cId="451311901" sldId="319"/>
            <ac:spMk id="5" creationId="{EFF5D854-E676-F174-49E1-8107231D1F57}"/>
          </ac:spMkLst>
        </pc:spChg>
        <pc:picChg chg="add mod">
          <ac:chgData name="Rachaita Dutta" userId="f22006c0bb25b989" providerId="LiveId" clId="{C9CC4FF0-0674-4239-A695-D4BB51F3ACF6}" dt="2025-09-12T17:04:43.545" v="652" actId="1076"/>
          <ac:picMkLst>
            <pc:docMk/>
            <pc:sldMk cId="451311901" sldId="319"/>
            <ac:picMk id="8" creationId="{2A56A4F1-0479-1EE0-F8BB-86885997DBC6}"/>
          </ac:picMkLst>
        </pc:picChg>
      </pc:sldChg>
      <pc:sldChg chg="addSp delSp modSp mod">
        <pc:chgData name="Rachaita Dutta" userId="f22006c0bb25b989" providerId="LiveId" clId="{C9CC4FF0-0674-4239-A695-D4BB51F3ACF6}" dt="2025-09-12T17:12:16.322" v="679" actId="1076"/>
        <pc:sldMkLst>
          <pc:docMk/>
          <pc:sldMk cId="3721023388" sldId="320"/>
        </pc:sldMkLst>
        <pc:spChg chg="del">
          <ac:chgData name="Rachaita Dutta" userId="f22006c0bb25b989" providerId="LiveId" clId="{C9CC4FF0-0674-4239-A695-D4BB51F3ACF6}" dt="2025-09-12T16:55:25.812" v="582" actId="478"/>
          <ac:spMkLst>
            <pc:docMk/>
            <pc:sldMk cId="3721023388" sldId="320"/>
            <ac:spMk id="5" creationId="{A32E84C9-6BBE-0369-0989-E2E467945678}"/>
          </ac:spMkLst>
        </pc:spChg>
        <pc:picChg chg="add mod">
          <ac:chgData name="Rachaita Dutta" userId="f22006c0bb25b989" providerId="LiveId" clId="{C9CC4FF0-0674-4239-A695-D4BB51F3ACF6}" dt="2025-09-12T17:12:16.322" v="679" actId="1076"/>
          <ac:picMkLst>
            <pc:docMk/>
            <pc:sldMk cId="3721023388" sldId="320"/>
            <ac:picMk id="3" creationId="{51436A8E-92DE-E991-82EF-ECB0D4A5AF38}"/>
          </ac:picMkLst>
        </pc:picChg>
      </pc:sldChg>
      <pc:sldChg chg="addSp delSp modSp mod">
        <pc:chgData name="Rachaita Dutta" userId="f22006c0bb25b989" providerId="LiveId" clId="{C9CC4FF0-0674-4239-A695-D4BB51F3ACF6}" dt="2025-09-12T17:15:25.708" v="686" actId="14100"/>
        <pc:sldMkLst>
          <pc:docMk/>
          <pc:sldMk cId="3068123038" sldId="321"/>
        </pc:sldMkLst>
        <pc:spChg chg="del mod">
          <ac:chgData name="Rachaita Dutta" userId="f22006c0bb25b989" providerId="LiveId" clId="{C9CC4FF0-0674-4239-A695-D4BB51F3ACF6}" dt="2025-09-12T17:06:26.216" v="656" actId="478"/>
          <ac:spMkLst>
            <pc:docMk/>
            <pc:sldMk cId="3068123038" sldId="321"/>
            <ac:spMk id="4" creationId="{C6AD0D09-EF65-AC04-A25A-AF6563D7A97A}"/>
          </ac:spMkLst>
        </pc:spChg>
        <pc:picChg chg="add mod">
          <ac:chgData name="Rachaita Dutta" userId="f22006c0bb25b989" providerId="LiveId" clId="{C9CC4FF0-0674-4239-A695-D4BB51F3ACF6}" dt="2025-09-12T17:15:25.708" v="686" actId="14100"/>
          <ac:picMkLst>
            <pc:docMk/>
            <pc:sldMk cId="3068123038" sldId="321"/>
            <ac:picMk id="3" creationId="{3C2D382B-4560-4019-F34C-047D143B7015}"/>
          </ac:picMkLst>
        </pc:picChg>
        <pc:picChg chg="del mod">
          <ac:chgData name="Rachaita Dutta" userId="f22006c0bb25b989" providerId="LiveId" clId="{C9CC4FF0-0674-4239-A695-D4BB51F3ACF6}" dt="2025-09-12T17:06:24.026" v="655" actId="478"/>
          <ac:picMkLst>
            <pc:docMk/>
            <pc:sldMk cId="3068123038" sldId="321"/>
            <ac:picMk id="6" creationId="{20E16063-272E-D94A-4634-56944F784062}"/>
          </ac:picMkLst>
        </pc:picChg>
      </pc:sldChg>
      <pc:sldChg chg="addSp delSp modSp mod">
        <pc:chgData name="Rachaita Dutta" userId="f22006c0bb25b989" providerId="LiveId" clId="{C9CC4FF0-0674-4239-A695-D4BB51F3ACF6}" dt="2025-09-12T17:16:45.333" v="706" actId="1035"/>
        <pc:sldMkLst>
          <pc:docMk/>
          <pc:sldMk cId="87813908" sldId="322"/>
        </pc:sldMkLst>
        <pc:picChg chg="add mod">
          <ac:chgData name="Rachaita Dutta" userId="f22006c0bb25b989" providerId="LiveId" clId="{C9CC4FF0-0674-4239-A695-D4BB51F3ACF6}" dt="2025-09-12T17:16:43.270" v="703" actId="1035"/>
          <ac:picMkLst>
            <pc:docMk/>
            <pc:sldMk cId="87813908" sldId="322"/>
            <ac:picMk id="3" creationId="{E1EC8126-1BB5-3156-4AA0-2A9BE99F7755}"/>
          </ac:picMkLst>
        </pc:picChg>
        <pc:picChg chg="del mod">
          <ac:chgData name="Rachaita Dutta" userId="f22006c0bb25b989" providerId="LiveId" clId="{C9CC4FF0-0674-4239-A695-D4BB51F3ACF6}" dt="2025-09-12T17:06:30.993" v="657" actId="478"/>
          <ac:picMkLst>
            <pc:docMk/>
            <pc:sldMk cId="87813908" sldId="322"/>
            <ac:picMk id="5" creationId="{284C7E9B-71D0-BBE3-AFBC-AF7B903325CF}"/>
          </ac:picMkLst>
        </pc:picChg>
        <pc:picChg chg="add mod">
          <ac:chgData name="Rachaita Dutta" userId="f22006c0bb25b989" providerId="LiveId" clId="{C9CC4FF0-0674-4239-A695-D4BB51F3ACF6}" dt="2025-09-12T17:16:45.333" v="706" actId="1035"/>
          <ac:picMkLst>
            <pc:docMk/>
            <pc:sldMk cId="87813908" sldId="322"/>
            <ac:picMk id="6" creationId="{CE50E418-DF52-F6AE-A04A-8DA587BB9464}"/>
          </ac:picMkLst>
        </pc:picChg>
      </pc:sldChg>
      <pc:sldChg chg="addSp delSp modSp mod">
        <pc:chgData name="Rachaita Dutta" userId="f22006c0bb25b989" providerId="LiveId" clId="{C9CC4FF0-0674-4239-A695-D4BB51F3ACF6}" dt="2025-09-12T17:20:48.192" v="726" actId="1037"/>
        <pc:sldMkLst>
          <pc:docMk/>
          <pc:sldMk cId="972914108" sldId="323"/>
        </pc:sldMkLst>
        <pc:spChg chg="del mod">
          <ac:chgData name="Rachaita Dutta" userId="f22006c0bb25b989" providerId="LiveId" clId="{C9CC4FF0-0674-4239-A695-D4BB51F3ACF6}" dt="2025-09-12T17:06:37.107" v="659" actId="478"/>
          <ac:spMkLst>
            <pc:docMk/>
            <pc:sldMk cId="972914108" sldId="323"/>
            <ac:spMk id="6" creationId="{B3CAB198-E82E-97E6-9F9B-9AEB23F620BB}"/>
          </ac:spMkLst>
        </pc:spChg>
        <pc:picChg chg="add mod">
          <ac:chgData name="Rachaita Dutta" userId="f22006c0bb25b989" providerId="LiveId" clId="{C9CC4FF0-0674-4239-A695-D4BB51F3ACF6}" dt="2025-09-12T17:20:41.575" v="722" actId="1035"/>
          <ac:picMkLst>
            <pc:docMk/>
            <pc:sldMk cId="972914108" sldId="323"/>
            <ac:picMk id="3" creationId="{C1AEDA9E-7E6C-773F-B8DB-9F02432C60D8}"/>
          </ac:picMkLst>
        </pc:picChg>
        <pc:picChg chg="del mod">
          <ac:chgData name="Rachaita Dutta" userId="f22006c0bb25b989" providerId="LiveId" clId="{C9CC4FF0-0674-4239-A695-D4BB51F3ACF6}" dt="2025-09-12T17:06:33.587" v="658" actId="478"/>
          <ac:picMkLst>
            <pc:docMk/>
            <pc:sldMk cId="972914108" sldId="323"/>
            <ac:picMk id="5" creationId="{7AE56EB0-3715-C381-456A-F4B907F2DAB8}"/>
          </ac:picMkLst>
        </pc:picChg>
        <pc:picChg chg="add mod">
          <ac:chgData name="Rachaita Dutta" userId="f22006c0bb25b989" providerId="LiveId" clId="{C9CC4FF0-0674-4239-A695-D4BB51F3ACF6}" dt="2025-09-12T17:20:48.192" v="726" actId="1037"/>
          <ac:picMkLst>
            <pc:docMk/>
            <pc:sldMk cId="972914108" sldId="323"/>
            <ac:picMk id="7" creationId="{3F86E22C-1AE9-D6AF-5C06-B63D24633205}"/>
          </ac:picMkLst>
        </pc:picChg>
      </pc:sldChg>
      <pc:sldChg chg="delSp modSp del mod">
        <pc:chgData name="Rachaita Dutta" userId="f22006c0bb25b989" providerId="LiveId" clId="{C9CC4FF0-0674-4239-A695-D4BB51F3ACF6}" dt="2025-09-12T17:21:42.118" v="728" actId="47"/>
        <pc:sldMkLst>
          <pc:docMk/>
          <pc:sldMk cId="780421723" sldId="324"/>
        </pc:sldMkLst>
        <pc:spChg chg="del mod">
          <ac:chgData name="Rachaita Dutta" userId="f22006c0bb25b989" providerId="LiveId" clId="{C9CC4FF0-0674-4239-A695-D4BB51F3ACF6}" dt="2025-09-12T17:06:43.415" v="660" actId="478"/>
          <ac:spMkLst>
            <pc:docMk/>
            <pc:sldMk cId="780421723" sldId="324"/>
            <ac:spMk id="4" creationId="{BD06F1D2-37E7-BFBF-6BEF-B06F24B3D918}"/>
          </ac:spMkLst>
        </pc:spChg>
      </pc:sldChg>
      <pc:sldChg chg="delSp modSp del mod">
        <pc:chgData name="Rachaita Dutta" userId="f22006c0bb25b989" providerId="LiveId" clId="{C9CC4FF0-0674-4239-A695-D4BB51F3ACF6}" dt="2025-09-12T17:21:39.777" v="727" actId="47"/>
        <pc:sldMkLst>
          <pc:docMk/>
          <pc:sldMk cId="2770397835" sldId="325"/>
        </pc:sldMkLst>
        <pc:spChg chg="del mod">
          <ac:chgData name="Rachaita Dutta" userId="f22006c0bb25b989" providerId="LiveId" clId="{C9CC4FF0-0674-4239-A695-D4BB51F3ACF6}" dt="2025-09-12T17:06:47.243" v="661" actId="478"/>
          <ac:spMkLst>
            <pc:docMk/>
            <pc:sldMk cId="2770397835" sldId="325"/>
            <ac:spMk id="5" creationId="{EDE8957A-D1B4-D677-ACB3-2792280F6BB8}"/>
          </ac:spMkLst>
        </pc:spChg>
      </pc:sldChg>
      <pc:sldChg chg="delSp modSp del mod">
        <pc:chgData name="Rachaita Dutta" userId="f22006c0bb25b989" providerId="LiveId" clId="{C9CC4FF0-0674-4239-A695-D4BB51F3ACF6}" dt="2025-09-12T17:07:07.602" v="668" actId="47"/>
        <pc:sldMkLst>
          <pc:docMk/>
          <pc:sldMk cId="1161767987" sldId="326"/>
        </pc:sldMkLst>
        <pc:spChg chg="del mod">
          <ac:chgData name="Rachaita Dutta" userId="f22006c0bb25b989" providerId="LiveId" clId="{C9CC4FF0-0674-4239-A695-D4BB51F3ACF6}" dt="2025-09-12T17:06:53.074" v="664" actId="478"/>
          <ac:spMkLst>
            <pc:docMk/>
            <pc:sldMk cId="1161767987" sldId="326"/>
            <ac:spMk id="5" creationId="{F75DD255-8ACE-67E8-DEAF-0297730C7F0B}"/>
          </ac:spMkLst>
        </pc:spChg>
      </pc:sldChg>
      <pc:sldChg chg="modSp del">
        <pc:chgData name="Rachaita Dutta" userId="f22006c0bb25b989" providerId="LiveId" clId="{C9CC4FF0-0674-4239-A695-D4BB51F3ACF6}" dt="2025-09-12T17:06:55.692" v="665" actId="47"/>
        <pc:sldMkLst>
          <pc:docMk/>
          <pc:sldMk cId="337053805" sldId="327"/>
        </pc:sldMkLst>
        <pc:picChg chg="mod">
          <ac:chgData name="Rachaita Dutta" userId="f22006c0bb25b989" providerId="LiveId" clId="{C9CC4FF0-0674-4239-A695-D4BB51F3ACF6}" dt="2025-09-12T17:01:20.260" v="630"/>
          <ac:picMkLst>
            <pc:docMk/>
            <pc:sldMk cId="337053805" sldId="327"/>
            <ac:picMk id="5" creationId="{F0470C93-41C7-2AD1-3BB6-1C14A3229520}"/>
          </ac:picMkLst>
        </pc:picChg>
        <pc:picChg chg="mod">
          <ac:chgData name="Rachaita Dutta" userId="f22006c0bb25b989" providerId="LiveId" clId="{C9CC4FF0-0674-4239-A695-D4BB51F3ACF6}" dt="2025-09-12T17:01:20.260" v="630"/>
          <ac:picMkLst>
            <pc:docMk/>
            <pc:sldMk cId="337053805" sldId="327"/>
            <ac:picMk id="7" creationId="{F9460E18-6867-65AD-0159-65EFD82C08A8}"/>
          </ac:picMkLst>
        </pc:picChg>
      </pc:sldChg>
      <pc:sldChg chg="modSp del">
        <pc:chgData name="Rachaita Dutta" userId="f22006c0bb25b989" providerId="LiveId" clId="{C9CC4FF0-0674-4239-A695-D4BB51F3ACF6}" dt="2025-09-12T17:06:56.569" v="666" actId="47"/>
        <pc:sldMkLst>
          <pc:docMk/>
          <pc:sldMk cId="1166248074" sldId="328"/>
        </pc:sldMkLst>
        <pc:spChg chg="mod">
          <ac:chgData name="Rachaita Dutta" userId="f22006c0bb25b989" providerId="LiveId" clId="{C9CC4FF0-0674-4239-A695-D4BB51F3ACF6}" dt="2025-09-12T17:01:20.260" v="630"/>
          <ac:spMkLst>
            <pc:docMk/>
            <pc:sldMk cId="1166248074" sldId="328"/>
            <ac:spMk id="4" creationId="{CF88F6DE-3084-5D28-4702-04BDF19328B2}"/>
          </ac:spMkLst>
        </pc:spChg>
      </pc:sldChg>
      <pc:sldChg chg="modSp del">
        <pc:chgData name="Rachaita Dutta" userId="f22006c0bb25b989" providerId="LiveId" clId="{C9CC4FF0-0674-4239-A695-D4BB51F3ACF6}" dt="2025-09-12T17:06:57.451" v="667" actId="47"/>
        <pc:sldMkLst>
          <pc:docMk/>
          <pc:sldMk cId="1659295578" sldId="329"/>
        </pc:sldMkLst>
        <pc:spChg chg="mod">
          <ac:chgData name="Rachaita Dutta" userId="f22006c0bb25b989" providerId="LiveId" clId="{C9CC4FF0-0674-4239-A695-D4BB51F3ACF6}" dt="2025-09-12T17:01:20.260" v="630"/>
          <ac:spMkLst>
            <pc:docMk/>
            <pc:sldMk cId="1659295578" sldId="329"/>
            <ac:spMk id="5" creationId="{68FFA74A-524E-71AF-165C-368AB3D685EA}"/>
          </ac:spMkLst>
        </pc:spChg>
      </pc:sldChg>
      <pc:sldChg chg="modSp del">
        <pc:chgData name="Rachaita Dutta" userId="f22006c0bb25b989" providerId="LiveId" clId="{C9CC4FF0-0674-4239-A695-D4BB51F3ACF6}" dt="2025-09-12T17:07:08.885" v="669" actId="47"/>
        <pc:sldMkLst>
          <pc:docMk/>
          <pc:sldMk cId="3232033403" sldId="330"/>
        </pc:sldMkLst>
        <pc:spChg chg="mod">
          <ac:chgData name="Rachaita Dutta" userId="f22006c0bb25b989" providerId="LiveId" clId="{C9CC4FF0-0674-4239-A695-D4BB51F3ACF6}" dt="2025-09-12T17:01:20.260" v="630"/>
          <ac:spMkLst>
            <pc:docMk/>
            <pc:sldMk cId="3232033403" sldId="330"/>
            <ac:spMk id="5" creationId="{B0151119-97DB-45D7-C596-F97CED05CB8D}"/>
          </ac:spMkLst>
        </pc:spChg>
      </pc:sldChg>
      <pc:sldChg chg="modSp del mod">
        <pc:chgData name="Rachaita Dutta" userId="f22006c0bb25b989" providerId="LiveId" clId="{C9CC4FF0-0674-4239-A695-D4BB51F3ACF6}" dt="2025-09-12T17:07:09.572" v="670" actId="47"/>
        <pc:sldMkLst>
          <pc:docMk/>
          <pc:sldMk cId="3252665657" sldId="331"/>
        </pc:sldMkLst>
        <pc:spChg chg="mod">
          <ac:chgData name="Rachaita Dutta" userId="f22006c0bb25b989" providerId="LiveId" clId="{C9CC4FF0-0674-4239-A695-D4BB51F3ACF6}" dt="2025-09-12T17:01:20.260" v="630"/>
          <ac:spMkLst>
            <pc:docMk/>
            <pc:sldMk cId="3252665657" sldId="331"/>
            <ac:spMk id="5" creationId="{DE8CEF69-9D0B-2471-4DED-E66E726C0CB1}"/>
          </ac:spMkLst>
        </pc:spChg>
      </pc:sldChg>
      <pc:sldChg chg="modSp add del mod">
        <pc:chgData name="Rachaita Dutta" userId="f22006c0bb25b989" providerId="LiveId" clId="{C9CC4FF0-0674-4239-A695-D4BB51F3ACF6}" dt="2025-09-12T17:07:10.387" v="671" actId="47"/>
        <pc:sldMkLst>
          <pc:docMk/>
          <pc:sldMk cId="1182911439" sldId="332"/>
        </pc:sldMkLst>
        <pc:spChg chg="mod">
          <ac:chgData name="Rachaita Dutta" userId="f22006c0bb25b989" providerId="LiveId" clId="{C9CC4FF0-0674-4239-A695-D4BB51F3ACF6}" dt="2025-09-12T17:01:20.260" v="630"/>
          <ac:spMkLst>
            <pc:docMk/>
            <pc:sldMk cId="1182911439" sldId="332"/>
            <ac:spMk id="5" creationId="{CAD7E637-6E60-6BF1-E5A7-03F62251CA83}"/>
          </ac:spMkLst>
        </pc:spChg>
      </pc:sldChg>
      <pc:sldChg chg="modSp add del mod">
        <pc:chgData name="Rachaita Dutta" userId="f22006c0bb25b989" providerId="LiveId" clId="{C9CC4FF0-0674-4239-A695-D4BB51F3ACF6}" dt="2025-09-12T17:07:11.586" v="672" actId="47"/>
        <pc:sldMkLst>
          <pc:docMk/>
          <pc:sldMk cId="1864384467" sldId="333"/>
        </pc:sldMkLst>
        <pc:spChg chg="mod">
          <ac:chgData name="Rachaita Dutta" userId="f22006c0bb25b989" providerId="LiveId" clId="{C9CC4FF0-0674-4239-A695-D4BB51F3ACF6}" dt="2025-09-12T17:01:20.260" v="630"/>
          <ac:spMkLst>
            <pc:docMk/>
            <pc:sldMk cId="1864384467" sldId="333"/>
            <ac:spMk id="5" creationId="{9A2FBC88-0550-EDCE-E4E4-A94456B2EF83}"/>
          </ac:spMkLst>
        </pc:spChg>
      </pc:sldChg>
      <pc:sldChg chg="modSp add del mod">
        <pc:chgData name="Rachaita Dutta" userId="f22006c0bb25b989" providerId="LiveId" clId="{C9CC4FF0-0674-4239-A695-D4BB51F3ACF6}" dt="2025-09-12T17:07:12.381" v="673" actId="47"/>
        <pc:sldMkLst>
          <pc:docMk/>
          <pc:sldMk cId="3195720127" sldId="334"/>
        </pc:sldMkLst>
        <pc:spChg chg="mod">
          <ac:chgData name="Rachaita Dutta" userId="f22006c0bb25b989" providerId="LiveId" clId="{C9CC4FF0-0674-4239-A695-D4BB51F3ACF6}" dt="2025-09-12T17:01:20.260" v="630"/>
          <ac:spMkLst>
            <pc:docMk/>
            <pc:sldMk cId="3195720127" sldId="334"/>
            <ac:spMk id="5" creationId="{96094C52-9FC1-F9CD-0B99-DCB2F4B92D9C}"/>
          </ac:spMkLst>
        </pc:spChg>
      </pc:sldChg>
      <pc:sldMasterChg chg="modSp modSldLayout">
        <pc:chgData name="Rachaita Dutta" userId="f22006c0bb25b989" providerId="LiveId" clId="{C9CC4FF0-0674-4239-A695-D4BB51F3ACF6}" dt="2025-09-12T17:01:20.260" v="630"/>
        <pc:sldMasterMkLst>
          <pc:docMk/>
          <pc:sldMasterMk cId="1636003154" sldId="2147483648"/>
        </pc:sldMasterMkLst>
        <pc:spChg chg="mod">
          <ac:chgData name="Rachaita Dutta" userId="f22006c0bb25b989" providerId="LiveId" clId="{C9CC4FF0-0674-4239-A695-D4BB51F3ACF6}" dt="2025-09-12T17:01:20.260" v="630"/>
          <ac:spMkLst>
            <pc:docMk/>
            <pc:sldMasterMk cId="1636003154" sldId="2147483648"/>
            <ac:spMk id="2" creationId="{FF3B57D9-86AF-A333-72B5-F387677E3366}"/>
          </ac:spMkLst>
        </pc:spChg>
        <pc:spChg chg="mod">
          <ac:chgData name="Rachaita Dutta" userId="f22006c0bb25b989" providerId="LiveId" clId="{C9CC4FF0-0674-4239-A695-D4BB51F3ACF6}" dt="2025-09-12T17:01:20.260" v="630"/>
          <ac:spMkLst>
            <pc:docMk/>
            <pc:sldMasterMk cId="1636003154" sldId="2147483648"/>
            <ac:spMk id="3" creationId="{6716097B-2AAF-BB62-EE1B-3B3DA29D35E4}"/>
          </ac:spMkLst>
        </pc:spChg>
        <pc:spChg chg="mod">
          <ac:chgData name="Rachaita Dutta" userId="f22006c0bb25b989" providerId="LiveId" clId="{C9CC4FF0-0674-4239-A695-D4BB51F3ACF6}" dt="2025-09-12T17:01:20.260" v="630"/>
          <ac:spMkLst>
            <pc:docMk/>
            <pc:sldMasterMk cId="1636003154" sldId="2147483648"/>
            <ac:spMk id="4" creationId="{40E44B38-E59B-D511-CC7B-CC87760C7CAA}"/>
          </ac:spMkLst>
        </pc:spChg>
        <pc:spChg chg="mod">
          <ac:chgData name="Rachaita Dutta" userId="f22006c0bb25b989" providerId="LiveId" clId="{C9CC4FF0-0674-4239-A695-D4BB51F3ACF6}" dt="2025-09-12T17:01:20.260" v="630"/>
          <ac:spMkLst>
            <pc:docMk/>
            <pc:sldMasterMk cId="1636003154" sldId="2147483648"/>
            <ac:spMk id="5" creationId="{64C4DA96-9345-993B-EDB3-7477F7A187E0}"/>
          </ac:spMkLst>
        </pc:spChg>
        <pc:spChg chg="mod">
          <ac:chgData name="Rachaita Dutta" userId="f22006c0bb25b989" providerId="LiveId" clId="{C9CC4FF0-0674-4239-A695-D4BB51F3ACF6}" dt="2025-09-12T17:01:20.260" v="630"/>
          <ac:spMkLst>
            <pc:docMk/>
            <pc:sldMasterMk cId="1636003154" sldId="2147483648"/>
            <ac:spMk id="6" creationId="{362B7E2D-2283-8730-5E1E-7F19B1CD941D}"/>
          </ac:spMkLst>
        </pc:spChg>
        <pc:cxnChg chg="mod">
          <ac:chgData name="Rachaita Dutta" userId="f22006c0bb25b989" providerId="LiveId" clId="{C9CC4FF0-0674-4239-A695-D4BB51F3ACF6}" dt="2025-09-12T17:01:20.260" v="630"/>
          <ac:cxnSpMkLst>
            <pc:docMk/>
            <pc:sldMasterMk cId="1636003154" sldId="2147483648"/>
            <ac:cxnSpMk id="8" creationId="{AA994521-4157-D242-5242-0C3BD99E8EA8}"/>
          </ac:cxnSpMkLst>
        </pc:cxnChg>
        <pc:sldLayoutChg chg="modSp">
          <pc:chgData name="Rachaita Dutta" userId="f22006c0bb25b989" providerId="LiveId" clId="{C9CC4FF0-0674-4239-A695-D4BB51F3ACF6}" dt="2025-09-12T17:01:20.260" v="630"/>
          <pc:sldLayoutMkLst>
            <pc:docMk/>
            <pc:sldMasterMk cId="1636003154" sldId="2147483648"/>
            <pc:sldLayoutMk cId="2223444060" sldId="2147483651"/>
          </pc:sldLayoutMkLst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2223444060" sldId="2147483651"/>
              <ac:spMk id="3" creationId="{D24A04BE-9BA3-80DD-EE68-A8B8BA08532B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2223444060" sldId="2147483651"/>
              <ac:spMk id="5" creationId="{1AA0A37B-4C20-7766-0623-4E06EA6A5C83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2223444060" sldId="2147483651"/>
              <ac:spMk id="8" creationId="{852384F4-F6AD-F668-A66B-AEFD70995F3B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2223444060" sldId="2147483651"/>
              <ac:spMk id="9" creationId="{83E1E65B-8F03-21A6-6A59-95F0691D8856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2223444060" sldId="2147483651"/>
              <ac:spMk id="28" creationId="{9E4F6A04-3331-D4C7-3EAE-0F69B48A7C71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2223444060" sldId="2147483651"/>
              <ac:spMk id="30" creationId="{0587ACFB-02E0-79F1-D5B0-E8B18598D688}"/>
            </ac:spMkLst>
          </pc:spChg>
        </pc:sldLayoutChg>
        <pc:sldLayoutChg chg="modSp">
          <pc:chgData name="Rachaita Dutta" userId="f22006c0bb25b989" providerId="LiveId" clId="{C9CC4FF0-0674-4239-A695-D4BB51F3ACF6}" dt="2025-09-12T17:01:20.260" v="630"/>
          <pc:sldLayoutMkLst>
            <pc:docMk/>
            <pc:sldMasterMk cId="1636003154" sldId="2147483648"/>
            <pc:sldLayoutMk cId="3021782729" sldId="2147483654"/>
          </pc:sldLayoutMkLst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3021782729" sldId="2147483654"/>
              <ac:spMk id="4" creationId="{FF76D2EA-2C6E-B0B2-DC0D-F9EF636E5856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3021782729" sldId="2147483654"/>
              <ac:spMk id="5" creationId="{90315871-F40F-D512-8E3F-B40F36BD4224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3021782729" sldId="2147483654"/>
              <ac:spMk id="6" creationId="{10C11C1A-EFCF-278A-D083-93F07D4DEA67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3021782729" sldId="2147483654"/>
              <ac:spMk id="7" creationId="{5B1E4400-E511-F21B-0AFD-0D362BA52FF0}"/>
            </ac:spMkLst>
          </pc:spChg>
          <pc:grpChg chg="mod">
            <ac:chgData name="Rachaita Dutta" userId="f22006c0bb25b989" providerId="LiveId" clId="{C9CC4FF0-0674-4239-A695-D4BB51F3ACF6}" dt="2025-09-12T17:01:20.260" v="630"/>
            <ac:grpSpMkLst>
              <pc:docMk/>
              <pc:sldMasterMk cId="1636003154" sldId="2147483648"/>
              <pc:sldLayoutMk cId="3021782729" sldId="2147483654"/>
              <ac:grpSpMk id="3" creationId="{ADCC72F6-C144-5508-40C5-E1B3FC085B94}"/>
            </ac:grpSpMkLst>
          </pc:grpChg>
        </pc:sldLayoutChg>
        <pc:sldLayoutChg chg="modSp">
          <pc:chgData name="Rachaita Dutta" userId="f22006c0bb25b989" providerId="LiveId" clId="{C9CC4FF0-0674-4239-A695-D4BB51F3ACF6}" dt="2025-09-12T17:01:20.260" v="630"/>
          <pc:sldLayoutMkLst>
            <pc:docMk/>
            <pc:sldMasterMk cId="1636003154" sldId="2147483648"/>
            <pc:sldLayoutMk cId="3429611174" sldId="2147483661"/>
          </pc:sldLayoutMkLst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3429611174" sldId="2147483661"/>
              <ac:spMk id="2" creationId="{867817C7-4A09-9188-0BD5-838E3AD61F1A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3429611174" sldId="2147483661"/>
              <ac:spMk id="4" creationId="{2FE03F25-D589-68A8-30C7-175547B6A9EE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3429611174" sldId="2147483661"/>
              <ac:spMk id="22" creationId="{83712F38-4391-A499-56E2-8F095A506D08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3429611174" sldId="2147483661"/>
              <ac:spMk id="32" creationId="{ACAB76B7-8AE6-9FE8-3022-219618D5810C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3429611174" sldId="2147483661"/>
              <ac:spMk id="52" creationId="{90FA743D-BDB5-4069-7325-E91CA7BC3ED7}"/>
            </ac:spMkLst>
          </pc:spChg>
          <pc:picChg chg="mod">
            <ac:chgData name="Rachaita Dutta" userId="f22006c0bb25b989" providerId="LiveId" clId="{C9CC4FF0-0674-4239-A695-D4BB51F3ACF6}" dt="2025-09-12T17:01:20.260" v="630"/>
            <ac:picMkLst>
              <pc:docMk/>
              <pc:sldMasterMk cId="1636003154" sldId="2147483648"/>
              <pc:sldLayoutMk cId="3429611174" sldId="2147483661"/>
              <ac:picMk id="6" creationId="{7CB19B63-2AAF-E86D-D7F1-B659DB36B5AC}"/>
            </ac:picMkLst>
          </pc:picChg>
        </pc:sldLayoutChg>
        <pc:sldLayoutChg chg="modSp">
          <pc:chgData name="Rachaita Dutta" userId="f22006c0bb25b989" providerId="LiveId" clId="{C9CC4FF0-0674-4239-A695-D4BB51F3ACF6}" dt="2025-09-12T17:01:20.260" v="630"/>
          <pc:sldLayoutMkLst>
            <pc:docMk/>
            <pc:sldMasterMk cId="1636003154" sldId="2147483648"/>
            <pc:sldLayoutMk cId="4030094665" sldId="2147483664"/>
          </pc:sldLayoutMkLst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4030094665" sldId="2147483664"/>
              <ac:spMk id="3" creationId="{2A01A65B-D54F-AD53-7320-5D272BEC11D3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4030094665" sldId="2147483664"/>
              <ac:spMk id="5" creationId="{E724DBE4-044A-67D8-93C0-EB245AFBB297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4030094665" sldId="2147483664"/>
              <ac:spMk id="6" creationId="{2FA893C5-3725-2BF8-B201-6C4123C13131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4030094665" sldId="2147483664"/>
              <ac:spMk id="11" creationId="{EB31668E-263B-8FB1-9DBB-25F22BB441B3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4030094665" sldId="2147483664"/>
              <ac:spMk id="20" creationId="{20AE86F9-DD66-DE05-383C-6220D559B0DF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4030094665" sldId="2147483664"/>
              <ac:spMk id="30" creationId="{0972DA96-A413-EF87-50D3-D8EF54FD9F55}"/>
            </ac:spMkLst>
          </pc:spChg>
        </pc:sldLayoutChg>
        <pc:sldLayoutChg chg="modSp">
          <pc:chgData name="Rachaita Dutta" userId="f22006c0bb25b989" providerId="LiveId" clId="{C9CC4FF0-0674-4239-A695-D4BB51F3ACF6}" dt="2025-09-12T17:01:20.260" v="630"/>
          <pc:sldLayoutMkLst>
            <pc:docMk/>
            <pc:sldMasterMk cId="1636003154" sldId="2147483648"/>
            <pc:sldLayoutMk cId="1657158466" sldId="2147483666"/>
          </pc:sldLayoutMkLst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1657158466" sldId="2147483666"/>
              <ac:spMk id="2" creationId="{C9EEA626-63D9-B376-D5C7-F7B224767D92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1657158466" sldId="2147483666"/>
              <ac:spMk id="3" creationId="{436A1765-4F66-C345-840A-D6C73BD96BB8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1657158466" sldId="2147483666"/>
              <ac:spMk id="8" creationId="{686C03E6-655F-A394-4461-7BC878C418BB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1657158466" sldId="2147483666"/>
              <ac:spMk id="13" creationId="{8E1AE81E-772F-B009-AF15-C0FC060518A7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1657158466" sldId="2147483666"/>
              <ac:spMk id="25" creationId="{BF7A62BA-11D3-585A-8CBD-5E0FB4DE522D}"/>
            </ac:spMkLst>
          </pc:spChg>
        </pc:sldLayoutChg>
        <pc:sldLayoutChg chg="modSp">
          <pc:chgData name="Rachaita Dutta" userId="f22006c0bb25b989" providerId="LiveId" clId="{C9CC4FF0-0674-4239-A695-D4BB51F3ACF6}" dt="2025-09-12T17:01:20.260" v="630"/>
          <pc:sldLayoutMkLst>
            <pc:docMk/>
            <pc:sldMasterMk cId="1636003154" sldId="2147483648"/>
            <pc:sldLayoutMk cId="3452433515" sldId="2147483670"/>
          </pc:sldLayoutMkLst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3452433515" sldId="2147483670"/>
              <ac:spMk id="2" creationId="{43E2AC72-73DB-7038-4867-55751103F51A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3452433515" sldId="2147483670"/>
              <ac:spMk id="3" creationId="{F179F09D-FCEF-2378-FD6D-390137D19D7F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3452433515" sldId="2147483670"/>
              <ac:spMk id="5" creationId="{03D91060-B9BF-0FA6-BD7C-AF8E38E919DB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3452433515" sldId="2147483670"/>
              <ac:spMk id="6" creationId="{C4B21F26-677B-015C-5D71-238B3798DF57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3452433515" sldId="2147483670"/>
              <ac:spMk id="7" creationId="{A3F1B258-8FBC-06A8-3A1F-466CEEDBBEF2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3452433515" sldId="2147483670"/>
              <ac:spMk id="12" creationId="{8BAD4AF0-64CE-5C0E-5440-00F8FC6B3194}"/>
            </ac:spMkLst>
          </pc:spChg>
        </pc:sldLayoutChg>
        <pc:sldLayoutChg chg="modSp">
          <pc:chgData name="Rachaita Dutta" userId="f22006c0bb25b989" providerId="LiveId" clId="{C9CC4FF0-0674-4239-A695-D4BB51F3ACF6}" dt="2025-09-12T17:01:20.260" v="630"/>
          <pc:sldLayoutMkLst>
            <pc:docMk/>
            <pc:sldMasterMk cId="1636003154" sldId="2147483648"/>
            <pc:sldLayoutMk cId="747404475" sldId="2147483673"/>
          </pc:sldLayoutMkLst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747404475" sldId="2147483673"/>
              <ac:spMk id="2" creationId="{C9EEA626-63D9-B376-D5C7-F7B224767D92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747404475" sldId="2147483673"/>
              <ac:spMk id="7" creationId="{EF359D7C-AC03-77FE-CA1D-B96B46B08D16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747404475" sldId="2147483673"/>
              <ac:spMk id="23" creationId="{84B8E19A-569B-855B-EBF8-C02F2998ABC8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747404475" sldId="2147483673"/>
              <ac:spMk id="29" creationId="{4D792B1F-855B-FC83-1023-94C0976E9848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747404475" sldId="2147483673"/>
              <ac:spMk id="34" creationId="{C9AA487F-3729-4692-1A21-35558A2D840B}"/>
            </ac:spMkLst>
          </pc:spChg>
        </pc:sldLayoutChg>
        <pc:sldLayoutChg chg="modSp">
          <pc:chgData name="Rachaita Dutta" userId="f22006c0bb25b989" providerId="LiveId" clId="{C9CC4FF0-0674-4239-A695-D4BB51F3ACF6}" dt="2025-09-12T17:01:20.260" v="630"/>
          <pc:sldLayoutMkLst>
            <pc:docMk/>
            <pc:sldMasterMk cId="1636003154" sldId="2147483648"/>
            <pc:sldLayoutMk cId="1970575627" sldId="2147483674"/>
          </pc:sldLayoutMkLst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1970575627" sldId="2147483674"/>
              <ac:spMk id="2" creationId="{867817C7-4A09-9188-0BD5-838E3AD61F1A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1970575627" sldId="2147483674"/>
              <ac:spMk id="3" creationId="{B847C94B-98C2-CC0F-92FC-1505771390BE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1970575627" sldId="2147483674"/>
              <ac:spMk id="5" creationId="{941984E2-3225-05D3-3A3D-9D5F5840ED60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1970575627" sldId="2147483674"/>
              <ac:spMk id="12" creationId="{7A7BB3C1-4B05-D5B3-C61C-1CD390CEEF2B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1970575627" sldId="2147483674"/>
              <ac:spMk id="25" creationId="{070813B7-403A-9A3E-5E5C-44C1680DE4C3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1970575627" sldId="2147483674"/>
              <ac:spMk id="26" creationId="{CE6955A7-F39A-1FBB-FF32-C6F0E3289273}"/>
            </ac:spMkLst>
          </pc:spChg>
        </pc:sldLayoutChg>
        <pc:sldLayoutChg chg="modSp">
          <pc:chgData name="Rachaita Dutta" userId="f22006c0bb25b989" providerId="LiveId" clId="{C9CC4FF0-0674-4239-A695-D4BB51F3ACF6}" dt="2025-09-12T17:01:20.260" v="630"/>
          <pc:sldLayoutMkLst>
            <pc:docMk/>
            <pc:sldMasterMk cId="1636003154" sldId="2147483648"/>
            <pc:sldLayoutMk cId="3659711355" sldId="2147483675"/>
          </pc:sldLayoutMkLst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3659711355" sldId="2147483675"/>
              <ac:spMk id="10" creationId="{06890132-DB42-A903-1EAB-CA29D3F04340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3659711355" sldId="2147483675"/>
              <ac:spMk id="18" creationId="{F8D9EAE4-01F5-6C99-C91E-BF0FD0CD1CEF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3659711355" sldId="2147483675"/>
              <ac:spMk id="21" creationId="{D2E95AC0-BA60-4FFD-E9E7-F2F12ACF68D0}"/>
            </ac:spMkLst>
          </pc:spChg>
          <pc:picChg chg="mod">
            <ac:chgData name="Rachaita Dutta" userId="f22006c0bb25b989" providerId="LiveId" clId="{C9CC4FF0-0674-4239-A695-D4BB51F3ACF6}" dt="2025-09-12T17:01:20.260" v="630"/>
            <ac:picMkLst>
              <pc:docMk/>
              <pc:sldMasterMk cId="1636003154" sldId="2147483648"/>
              <pc:sldLayoutMk cId="3659711355" sldId="2147483675"/>
              <ac:picMk id="9" creationId="{B5ED90D1-D640-D115-6711-35DE812FC014}"/>
            </ac:picMkLst>
          </pc:picChg>
        </pc:sldLayoutChg>
        <pc:sldLayoutChg chg="modSp">
          <pc:chgData name="Rachaita Dutta" userId="f22006c0bb25b989" providerId="LiveId" clId="{C9CC4FF0-0674-4239-A695-D4BB51F3ACF6}" dt="2025-09-12T17:01:20.260" v="630"/>
          <pc:sldLayoutMkLst>
            <pc:docMk/>
            <pc:sldMasterMk cId="1636003154" sldId="2147483648"/>
            <pc:sldLayoutMk cId="3338622671" sldId="2147483676"/>
          </pc:sldLayoutMkLst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3338622671" sldId="2147483676"/>
              <ac:spMk id="3" creationId="{933C021B-6AA4-3C5D-099F-96D113A1495C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3338622671" sldId="2147483676"/>
              <ac:spMk id="6" creationId="{FA7EBEDF-950A-F10B-DA20-24FB521457FC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3338622671" sldId="2147483676"/>
              <ac:spMk id="7" creationId="{13980755-170E-8438-DC1B-7B3283F2A49D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3338622671" sldId="2147483676"/>
              <ac:spMk id="9" creationId="{F0439AA5-A7EE-A20E-BB67-D356776D0B21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3338622671" sldId="2147483676"/>
              <ac:spMk id="10" creationId="{39E752F7-61F0-6779-9E8E-3541BFF7D2CF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3338622671" sldId="2147483676"/>
              <ac:spMk id="12" creationId="{6FD0E545-8D0D-B848-836A-23CEBCD6B0A5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3338622671" sldId="2147483676"/>
              <ac:spMk id="13" creationId="{69002426-033B-400A-C519-AF4C659C4F05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3338622671" sldId="2147483676"/>
              <ac:spMk id="15" creationId="{7114E853-6F7C-9899-77FD-0E77D0A86207}"/>
            </ac:spMkLst>
          </pc:spChg>
          <pc:grpChg chg="mod">
            <ac:chgData name="Rachaita Dutta" userId="f22006c0bb25b989" providerId="LiveId" clId="{C9CC4FF0-0674-4239-A695-D4BB51F3ACF6}" dt="2025-09-12T17:01:20.260" v="630"/>
            <ac:grpSpMkLst>
              <pc:docMk/>
              <pc:sldMasterMk cId="1636003154" sldId="2147483648"/>
              <pc:sldLayoutMk cId="3338622671" sldId="2147483676"/>
              <ac:grpSpMk id="8" creationId="{98639877-C4A6-4E44-C600-FE3C6CD5F187}"/>
            </ac:grpSpMkLst>
          </pc:grpChg>
        </pc:sldLayoutChg>
        <pc:sldLayoutChg chg="modSp">
          <pc:chgData name="Rachaita Dutta" userId="f22006c0bb25b989" providerId="LiveId" clId="{C9CC4FF0-0674-4239-A695-D4BB51F3ACF6}" dt="2025-09-12T17:01:20.260" v="630"/>
          <pc:sldLayoutMkLst>
            <pc:docMk/>
            <pc:sldMasterMk cId="1636003154" sldId="2147483648"/>
            <pc:sldLayoutMk cId="4027163612" sldId="2147483678"/>
          </pc:sldLayoutMkLst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4027163612" sldId="2147483678"/>
              <ac:spMk id="5" creationId="{0BFE17F0-931A-B121-FFD2-AF3DBB5D6CFB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4027163612" sldId="2147483678"/>
              <ac:spMk id="6" creationId="{25E9E434-8C66-15D8-D6B1-5DBED995F9B5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4027163612" sldId="2147483678"/>
              <ac:spMk id="8" creationId="{694847DB-2FD4-A0B7-D27C-B0D097130852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4027163612" sldId="2147483678"/>
              <ac:spMk id="9" creationId="{30B88804-97CC-BE78-8D40-672973E4CD32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4027163612" sldId="2147483678"/>
              <ac:spMk id="10" creationId="{75BC41E0-D44A-D8E0-DC48-F6520F28F71A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4027163612" sldId="2147483678"/>
              <ac:spMk id="11" creationId="{77FB28C4-D7BE-9D2F-25D0-06D2480EA06A}"/>
            </ac:spMkLst>
          </pc:spChg>
          <pc:grpChg chg="mod">
            <ac:chgData name="Rachaita Dutta" userId="f22006c0bb25b989" providerId="LiveId" clId="{C9CC4FF0-0674-4239-A695-D4BB51F3ACF6}" dt="2025-09-12T17:01:20.260" v="630"/>
            <ac:grpSpMkLst>
              <pc:docMk/>
              <pc:sldMasterMk cId="1636003154" sldId="2147483648"/>
              <pc:sldLayoutMk cId="4027163612" sldId="2147483678"/>
              <ac:grpSpMk id="2" creationId="{7DCD020E-88CF-303D-F947-8EE980AC8093}"/>
            </ac:grpSpMkLst>
          </pc:grpChg>
        </pc:sldLayoutChg>
        <pc:sldLayoutChg chg="modSp">
          <pc:chgData name="Rachaita Dutta" userId="f22006c0bb25b989" providerId="LiveId" clId="{C9CC4FF0-0674-4239-A695-D4BB51F3ACF6}" dt="2025-09-12T17:01:20.260" v="630"/>
          <pc:sldLayoutMkLst>
            <pc:docMk/>
            <pc:sldMasterMk cId="1636003154" sldId="2147483648"/>
            <pc:sldLayoutMk cId="2236171487" sldId="2147483680"/>
          </pc:sldLayoutMkLst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2236171487" sldId="2147483680"/>
              <ac:spMk id="3" creationId="{05A7D8CB-7B8B-DA38-6E7E-0DAEB7D29967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2236171487" sldId="2147483680"/>
              <ac:spMk id="4" creationId="{CF605979-8A00-C008-E1AA-6AC1F9EABEAF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2236171487" sldId="2147483680"/>
              <ac:spMk id="5" creationId="{05F17713-1E50-F9DA-1134-DEB4A4AEA114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2236171487" sldId="2147483680"/>
              <ac:spMk id="6" creationId="{1C466053-4CA7-4CBB-C1D2-19FE899BEDFC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2236171487" sldId="2147483680"/>
              <ac:spMk id="10" creationId="{CE441B96-235E-1744-83C7-22A1E6ED8BB3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2236171487" sldId="2147483680"/>
              <ac:spMk id="17" creationId="{4A781A8E-199F-1F48-C80E-B6501B563323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2236171487" sldId="2147483680"/>
              <ac:spMk id="24" creationId="{11C6679A-1B60-DCCD-7295-255649B92C60}"/>
            </ac:spMkLst>
          </pc:spChg>
          <pc:cxnChg chg="mod">
            <ac:chgData name="Rachaita Dutta" userId="f22006c0bb25b989" providerId="LiveId" clId="{C9CC4FF0-0674-4239-A695-D4BB51F3ACF6}" dt="2025-09-12T17:01:20.260" v="630"/>
            <ac:cxnSpMkLst>
              <pc:docMk/>
              <pc:sldMasterMk cId="1636003154" sldId="2147483648"/>
              <pc:sldLayoutMk cId="2236171487" sldId="2147483680"/>
              <ac:cxnSpMk id="18" creationId="{1100480F-88D3-CF82-FAF8-9527C86BCAE2}"/>
            </ac:cxnSpMkLst>
          </pc:cxnChg>
        </pc:sldLayoutChg>
        <pc:sldLayoutChg chg="modSp">
          <pc:chgData name="Rachaita Dutta" userId="f22006c0bb25b989" providerId="LiveId" clId="{C9CC4FF0-0674-4239-A695-D4BB51F3ACF6}" dt="2025-09-12T17:01:20.260" v="630"/>
          <pc:sldLayoutMkLst>
            <pc:docMk/>
            <pc:sldMasterMk cId="1636003154" sldId="2147483648"/>
            <pc:sldLayoutMk cId="339423165" sldId="2147483681"/>
          </pc:sldLayoutMkLst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339423165" sldId="2147483681"/>
              <ac:spMk id="2" creationId="{B693A8C2-EDAB-3C2B-00D3-3B9F9D64ACDC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339423165" sldId="2147483681"/>
              <ac:spMk id="4" creationId="{4CE52DCD-6B80-A17A-B12C-76D628BAF304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339423165" sldId="2147483681"/>
              <ac:spMk id="6" creationId="{1B0F4867-5345-BF6B-3402-DEEC3D2DDF90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339423165" sldId="2147483681"/>
              <ac:spMk id="13" creationId="{B05A86D8-26B0-1ADB-0CE2-B445D2A2866D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339423165" sldId="2147483681"/>
              <ac:spMk id="19" creationId="{33A68E8B-64DF-46D3-2FA2-4BBBBF8BFB15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339423165" sldId="2147483681"/>
              <ac:spMk id="20" creationId="{20AE86F9-DD66-DE05-383C-6220D559B0DF}"/>
            </ac:spMkLst>
          </pc:spChg>
        </pc:sldLayoutChg>
        <pc:sldLayoutChg chg="modSp">
          <pc:chgData name="Rachaita Dutta" userId="f22006c0bb25b989" providerId="LiveId" clId="{C9CC4FF0-0674-4239-A695-D4BB51F3ACF6}" dt="2025-09-12T17:01:20.260" v="630"/>
          <pc:sldLayoutMkLst>
            <pc:docMk/>
            <pc:sldMasterMk cId="1636003154" sldId="2147483648"/>
            <pc:sldLayoutMk cId="2306274893" sldId="2147483682"/>
          </pc:sldLayoutMkLst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2306274893" sldId="2147483682"/>
              <ac:spMk id="3" creationId="{CEC2E35B-5EFD-B330-984C-15A012C90B8A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2306274893" sldId="2147483682"/>
              <ac:spMk id="6" creationId="{CADEA8BB-3550-ABDA-99A6-455084D5D432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2306274893" sldId="2147483682"/>
              <ac:spMk id="7" creationId="{A8715227-A125-7CA3-B8F5-9D5894E8C981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2306274893" sldId="2147483682"/>
              <ac:spMk id="18" creationId="{F0A8F0DB-3D3D-DC0F-84AC-4386B58AD6E5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2306274893" sldId="2147483682"/>
              <ac:spMk id="45" creationId="{FDA50B04-DEA5-DCCF-0DAD-0D3B122FD652}"/>
            </ac:spMkLst>
          </pc:spChg>
        </pc:sldLayoutChg>
      </pc:sldMasterChg>
    </pc:docChg>
  </pc:docChgLst>
  <pc:docChgLst>
    <pc:chgData name="Rachaita Dutta" userId="f22006c0bb25b989" providerId="LiveId" clId="{5096F3FA-1780-400F-9307-D6218CE6B574}"/>
    <pc:docChg chg="undo custSel addSld delSld modSld">
      <pc:chgData name="Rachaita Dutta" userId="f22006c0bb25b989" providerId="LiveId" clId="{5096F3FA-1780-400F-9307-D6218CE6B574}" dt="2025-09-05T07:21:52.282" v="2135" actId="47"/>
      <pc:docMkLst>
        <pc:docMk/>
      </pc:docMkLst>
      <pc:sldChg chg="delSp modSp mod">
        <pc:chgData name="Rachaita Dutta" userId="f22006c0bb25b989" providerId="LiveId" clId="{5096F3FA-1780-400F-9307-D6218CE6B574}" dt="2025-09-04T10:12:48.824" v="746" actId="403"/>
        <pc:sldMkLst>
          <pc:docMk/>
          <pc:sldMk cId="2222324472" sldId="308"/>
        </pc:sldMkLst>
      </pc:sldChg>
      <pc:sldChg chg="modSp mod">
        <pc:chgData name="Rachaita Dutta" userId="f22006c0bb25b989" providerId="LiveId" clId="{5096F3FA-1780-400F-9307-D6218CE6B574}" dt="2025-09-02T16:36:56.122" v="22" actId="1076"/>
        <pc:sldMkLst>
          <pc:docMk/>
          <pc:sldMk cId="1338167130" sldId="317"/>
        </pc:sldMkLst>
        <pc:spChg chg="mod">
          <ac:chgData name="Rachaita Dutta" userId="f22006c0bb25b989" providerId="LiveId" clId="{5096F3FA-1780-400F-9307-D6218CE6B574}" dt="2025-09-02T16:36:56.122" v="22" actId="1076"/>
          <ac:spMkLst>
            <pc:docMk/>
            <pc:sldMk cId="1338167130" sldId="317"/>
            <ac:spMk id="3" creationId="{B45A4A65-E8B8-40CF-7ABD-97EA8FA97521}"/>
          </ac:spMkLst>
        </pc:spChg>
      </pc:sldChg>
      <pc:sldChg chg="addSp modSp add mod">
        <pc:chgData name="Rachaita Dutta" userId="f22006c0bb25b989" providerId="LiveId" clId="{5096F3FA-1780-400F-9307-D6218CE6B574}" dt="2025-09-03T09:40:21.480" v="442" actId="1076"/>
        <pc:sldMkLst>
          <pc:docMk/>
          <pc:sldMk cId="2327602309" sldId="318"/>
        </pc:sldMkLst>
      </pc:sldChg>
      <pc:sldChg chg="addSp delSp modSp new mod">
        <pc:chgData name="Rachaita Dutta" userId="f22006c0bb25b989" providerId="LiveId" clId="{5096F3FA-1780-400F-9307-D6218CE6B574}" dt="2025-09-03T05:35:00.028" v="390" actId="207"/>
        <pc:sldMkLst>
          <pc:docMk/>
          <pc:sldMk cId="3974836523" sldId="319"/>
        </pc:sldMkLst>
      </pc:sldChg>
      <pc:sldChg chg="addSp delSp modSp new mod">
        <pc:chgData name="Rachaita Dutta" userId="f22006c0bb25b989" providerId="LiveId" clId="{5096F3FA-1780-400F-9307-D6218CE6B574}" dt="2025-09-03T09:43:18.673" v="515" actId="404"/>
        <pc:sldMkLst>
          <pc:docMk/>
          <pc:sldMk cId="3783136886" sldId="320"/>
        </pc:sldMkLst>
      </pc:sldChg>
      <pc:sldChg chg="del">
        <pc:chgData name="Rachaita Dutta" userId="f22006c0bb25b989" providerId="LiveId" clId="{5096F3FA-1780-400F-9307-D6218CE6B574}" dt="2025-09-02T17:12:09.026" v="207" actId="47"/>
        <pc:sldMkLst>
          <pc:docMk/>
          <pc:sldMk cId="710943388" sldId="321"/>
        </pc:sldMkLst>
      </pc:sldChg>
      <pc:sldChg chg="addSp delSp modSp new mod">
        <pc:chgData name="Rachaita Dutta" userId="f22006c0bb25b989" providerId="LiveId" clId="{5096F3FA-1780-400F-9307-D6218CE6B574}" dt="2025-09-03T10:27:24.530" v="629" actId="14100"/>
        <pc:sldMkLst>
          <pc:docMk/>
          <pc:sldMk cId="1330460107" sldId="321"/>
        </pc:sldMkLst>
      </pc:sldChg>
      <pc:sldChg chg="addSp delSp modSp new mod">
        <pc:chgData name="Rachaita Dutta" userId="f22006c0bb25b989" providerId="LiveId" clId="{5096F3FA-1780-400F-9307-D6218CE6B574}" dt="2025-09-03T10:27:56.021" v="637" actId="14100"/>
        <pc:sldMkLst>
          <pc:docMk/>
          <pc:sldMk cId="1644534217" sldId="322"/>
        </pc:sldMkLst>
      </pc:sldChg>
      <pc:sldChg chg="addSp delSp modSp new mod">
        <pc:chgData name="Rachaita Dutta" userId="f22006c0bb25b989" providerId="LiveId" clId="{5096F3FA-1780-400F-9307-D6218CE6B574}" dt="2025-09-04T10:13:34.414" v="792" actId="12"/>
        <pc:sldMkLst>
          <pc:docMk/>
          <pc:sldMk cId="2497304798" sldId="323"/>
        </pc:sldMkLst>
      </pc:sldChg>
      <pc:sldChg chg="modSp add mod">
        <pc:chgData name="Rachaita Dutta" userId="f22006c0bb25b989" providerId="LiveId" clId="{5096F3FA-1780-400F-9307-D6218CE6B574}" dt="2025-09-04T17:03:15.746" v="1377" actId="20577"/>
        <pc:sldMkLst>
          <pc:docMk/>
          <pc:sldMk cId="669990853" sldId="324"/>
        </pc:sldMkLst>
      </pc:sldChg>
      <pc:sldChg chg="addSp delSp modSp new mod">
        <pc:chgData name="Rachaita Dutta" userId="f22006c0bb25b989" providerId="LiveId" clId="{5096F3FA-1780-400F-9307-D6218CE6B574}" dt="2025-09-04T17:01:11.828" v="1366" actId="20577"/>
        <pc:sldMkLst>
          <pc:docMk/>
          <pc:sldMk cId="3573114140" sldId="325"/>
        </pc:sldMkLst>
      </pc:sldChg>
      <pc:sldChg chg="modSp add mod">
        <pc:chgData name="Rachaita Dutta" userId="f22006c0bb25b989" providerId="LiveId" clId="{5096F3FA-1780-400F-9307-D6218CE6B574}" dt="2025-09-04T17:11:45.974" v="1545" actId="1076"/>
        <pc:sldMkLst>
          <pc:docMk/>
          <pc:sldMk cId="340494408" sldId="326"/>
        </pc:sldMkLst>
      </pc:sldChg>
      <pc:sldChg chg="del">
        <pc:chgData name="Rachaita Dutta" userId="f22006c0bb25b989" providerId="LiveId" clId="{5096F3FA-1780-400F-9307-D6218CE6B574}" dt="2025-09-02T17:12:05.917" v="203" actId="47"/>
        <pc:sldMkLst>
          <pc:docMk/>
          <pc:sldMk cId="1180625356" sldId="326"/>
        </pc:sldMkLst>
      </pc:sldChg>
      <pc:sldChg chg="modSp add mod">
        <pc:chgData name="Rachaita Dutta" userId="f22006c0bb25b989" providerId="LiveId" clId="{5096F3FA-1780-400F-9307-D6218CE6B574}" dt="2025-09-05T06:08:58.978" v="1717" actId="207"/>
        <pc:sldMkLst>
          <pc:docMk/>
          <pc:sldMk cId="1030558435" sldId="327"/>
        </pc:sldMkLst>
      </pc:sldChg>
      <pc:sldChg chg="del">
        <pc:chgData name="Rachaita Dutta" userId="f22006c0bb25b989" providerId="LiveId" clId="{5096F3FA-1780-400F-9307-D6218CE6B574}" dt="2025-09-02T17:12:07.528" v="204" actId="47"/>
        <pc:sldMkLst>
          <pc:docMk/>
          <pc:sldMk cId="4279156665" sldId="327"/>
        </pc:sldMkLst>
      </pc:sldChg>
      <pc:sldChg chg="addSp delSp modSp add mod">
        <pc:chgData name="Rachaita Dutta" userId="f22006c0bb25b989" providerId="LiveId" clId="{5096F3FA-1780-400F-9307-D6218CE6B574}" dt="2025-09-05T06:25:25.144" v="1924" actId="207"/>
        <pc:sldMkLst>
          <pc:docMk/>
          <pc:sldMk cId="831985995" sldId="328"/>
        </pc:sldMkLst>
      </pc:sldChg>
      <pc:sldChg chg="del">
        <pc:chgData name="Rachaita Dutta" userId="f22006c0bb25b989" providerId="LiveId" clId="{5096F3FA-1780-400F-9307-D6218CE6B574}" dt="2025-09-02T17:12:08.310" v="205" actId="47"/>
        <pc:sldMkLst>
          <pc:docMk/>
          <pc:sldMk cId="3558364660" sldId="328"/>
        </pc:sldMkLst>
      </pc:sldChg>
      <pc:sldChg chg="del">
        <pc:chgData name="Rachaita Dutta" userId="f22006c0bb25b989" providerId="LiveId" clId="{5096F3FA-1780-400F-9307-D6218CE6B574}" dt="2025-09-02T17:12:08.611" v="206" actId="47"/>
        <pc:sldMkLst>
          <pc:docMk/>
          <pc:sldMk cId="2747084965" sldId="329"/>
        </pc:sldMkLst>
      </pc:sldChg>
      <pc:sldChg chg="addSp modSp add mod">
        <pc:chgData name="Rachaita Dutta" userId="f22006c0bb25b989" providerId="LiveId" clId="{5096F3FA-1780-400F-9307-D6218CE6B574}" dt="2025-09-05T07:21:47.044" v="2134" actId="1076"/>
        <pc:sldMkLst>
          <pc:docMk/>
          <pc:sldMk cId="4133031817" sldId="329"/>
        </pc:sldMkLst>
      </pc:sldChg>
      <pc:sldChg chg="modSp add mod">
        <pc:chgData name="Rachaita Dutta" userId="f22006c0bb25b989" providerId="LiveId" clId="{5096F3FA-1780-400F-9307-D6218CE6B574}" dt="2025-09-05T06:34:34.313" v="2075" actId="20577"/>
        <pc:sldMkLst>
          <pc:docMk/>
          <pc:sldMk cId="1163874103" sldId="330"/>
        </pc:sldMkLst>
      </pc:sldChg>
      <pc:sldChg chg="del">
        <pc:chgData name="Rachaita Dutta" userId="f22006c0bb25b989" providerId="LiveId" clId="{5096F3FA-1780-400F-9307-D6218CE6B574}" dt="2025-09-02T17:12:09.218" v="208" actId="47"/>
        <pc:sldMkLst>
          <pc:docMk/>
          <pc:sldMk cId="1899234317" sldId="330"/>
        </pc:sldMkLst>
      </pc:sldChg>
      <pc:sldChg chg="del">
        <pc:chgData name="Rachaita Dutta" userId="f22006c0bb25b989" providerId="LiveId" clId="{5096F3FA-1780-400F-9307-D6218CE6B574}" dt="2025-09-02T17:12:09.378" v="209" actId="47"/>
        <pc:sldMkLst>
          <pc:docMk/>
          <pc:sldMk cId="423037299" sldId="331"/>
        </pc:sldMkLst>
      </pc:sldChg>
      <pc:sldChg chg="delSp modSp add del mod">
        <pc:chgData name="Rachaita Dutta" userId="f22006c0bb25b989" providerId="LiveId" clId="{5096F3FA-1780-400F-9307-D6218CE6B574}" dt="2025-09-05T07:21:52.282" v="2135" actId="47"/>
        <pc:sldMkLst>
          <pc:docMk/>
          <pc:sldMk cId="1420782377" sldId="331"/>
        </pc:sldMkLst>
      </pc:sldChg>
      <pc:sldChg chg="del">
        <pc:chgData name="Rachaita Dutta" userId="f22006c0bb25b989" providerId="LiveId" clId="{5096F3FA-1780-400F-9307-D6218CE6B574}" dt="2025-09-02T17:12:09.513" v="210" actId="47"/>
        <pc:sldMkLst>
          <pc:docMk/>
          <pc:sldMk cId="553079627" sldId="332"/>
        </pc:sldMkLst>
      </pc:sldChg>
      <pc:sldChg chg="del">
        <pc:chgData name="Rachaita Dutta" userId="f22006c0bb25b989" providerId="LiveId" clId="{5096F3FA-1780-400F-9307-D6218CE6B574}" dt="2025-09-02T17:12:09.603" v="211" actId="47"/>
        <pc:sldMkLst>
          <pc:docMk/>
          <pc:sldMk cId="51637171" sldId="333"/>
        </pc:sldMkLst>
      </pc:sldChg>
      <pc:sldChg chg="del">
        <pc:chgData name="Rachaita Dutta" userId="f22006c0bb25b989" providerId="LiveId" clId="{5096F3FA-1780-400F-9307-D6218CE6B574}" dt="2025-09-02T17:12:09.728" v="212" actId="47"/>
        <pc:sldMkLst>
          <pc:docMk/>
          <pc:sldMk cId="2106418936" sldId="334"/>
        </pc:sldMkLst>
      </pc:sldChg>
      <pc:sldChg chg="del">
        <pc:chgData name="Rachaita Dutta" userId="f22006c0bb25b989" providerId="LiveId" clId="{5096F3FA-1780-400F-9307-D6218CE6B574}" dt="2025-09-02T17:12:09.865" v="213" actId="47"/>
        <pc:sldMkLst>
          <pc:docMk/>
          <pc:sldMk cId="895907780" sldId="335"/>
        </pc:sldMkLst>
      </pc:sldChg>
      <pc:sldChg chg="del">
        <pc:chgData name="Rachaita Dutta" userId="f22006c0bb25b989" providerId="LiveId" clId="{5096F3FA-1780-400F-9307-D6218CE6B574}" dt="2025-09-02T17:12:10.435" v="214" actId="47"/>
        <pc:sldMkLst>
          <pc:docMk/>
          <pc:sldMk cId="4042798996" sldId="336"/>
        </pc:sldMkLst>
      </pc:sldChg>
      <pc:sldChg chg="del">
        <pc:chgData name="Rachaita Dutta" userId="f22006c0bb25b989" providerId="LiveId" clId="{5096F3FA-1780-400F-9307-D6218CE6B574}" dt="2025-09-02T17:12:10.552" v="215" actId="47"/>
        <pc:sldMkLst>
          <pc:docMk/>
          <pc:sldMk cId="2740065160" sldId="337"/>
        </pc:sldMkLst>
      </pc:sldChg>
      <pc:sldChg chg="del">
        <pc:chgData name="Rachaita Dutta" userId="f22006c0bb25b989" providerId="LiveId" clId="{5096F3FA-1780-400F-9307-D6218CE6B574}" dt="2025-09-02T17:12:10.642" v="216" actId="47"/>
        <pc:sldMkLst>
          <pc:docMk/>
          <pc:sldMk cId="3952391792" sldId="338"/>
        </pc:sldMkLst>
      </pc:sldChg>
      <pc:sldChg chg="del">
        <pc:chgData name="Rachaita Dutta" userId="f22006c0bb25b989" providerId="LiveId" clId="{5096F3FA-1780-400F-9307-D6218CE6B574}" dt="2025-09-02T17:12:10.763" v="217" actId="47"/>
        <pc:sldMkLst>
          <pc:docMk/>
          <pc:sldMk cId="752718731" sldId="339"/>
        </pc:sldMkLst>
      </pc:sldChg>
      <pc:sldChg chg="del">
        <pc:chgData name="Rachaita Dutta" userId="f22006c0bb25b989" providerId="LiveId" clId="{5096F3FA-1780-400F-9307-D6218CE6B574}" dt="2025-09-02T17:12:11.307" v="218" actId="47"/>
        <pc:sldMkLst>
          <pc:docMk/>
          <pc:sldMk cId="2139116331" sldId="340"/>
        </pc:sldMkLst>
      </pc:sldChg>
      <pc:sldChg chg="del">
        <pc:chgData name="Rachaita Dutta" userId="f22006c0bb25b989" providerId="LiveId" clId="{5096F3FA-1780-400F-9307-D6218CE6B574}" dt="2025-09-02T17:12:11.447" v="219" actId="47"/>
        <pc:sldMkLst>
          <pc:docMk/>
          <pc:sldMk cId="66020857" sldId="341"/>
        </pc:sldMkLst>
      </pc:sldChg>
      <pc:sldChg chg="del">
        <pc:chgData name="Rachaita Dutta" userId="f22006c0bb25b989" providerId="LiveId" clId="{5096F3FA-1780-400F-9307-D6218CE6B574}" dt="2025-09-02T17:12:11.581" v="220" actId="47"/>
        <pc:sldMkLst>
          <pc:docMk/>
          <pc:sldMk cId="1276066728" sldId="342"/>
        </pc:sldMkLst>
      </pc:sldChg>
      <pc:sldChg chg="del">
        <pc:chgData name="Rachaita Dutta" userId="f22006c0bb25b989" providerId="LiveId" clId="{5096F3FA-1780-400F-9307-D6218CE6B574}" dt="2025-09-02T17:12:11.667" v="221" actId="47"/>
        <pc:sldMkLst>
          <pc:docMk/>
          <pc:sldMk cId="2604850631" sldId="343"/>
        </pc:sldMkLst>
      </pc:sldChg>
      <pc:sldChg chg="del">
        <pc:chgData name="Rachaita Dutta" userId="f22006c0bb25b989" providerId="LiveId" clId="{5096F3FA-1780-400F-9307-D6218CE6B574}" dt="2025-09-02T17:12:11.793" v="222" actId="47"/>
        <pc:sldMkLst>
          <pc:docMk/>
          <pc:sldMk cId="4266880481" sldId="344"/>
        </pc:sldMkLst>
      </pc:sldChg>
      <pc:sldChg chg="del">
        <pc:chgData name="Rachaita Dutta" userId="f22006c0bb25b989" providerId="LiveId" clId="{5096F3FA-1780-400F-9307-D6218CE6B574}" dt="2025-09-02T17:12:12.273" v="223" actId="47"/>
        <pc:sldMkLst>
          <pc:docMk/>
          <pc:sldMk cId="1243061524" sldId="345"/>
        </pc:sldMkLst>
      </pc:sldChg>
      <pc:sldChg chg="del">
        <pc:chgData name="Rachaita Dutta" userId="f22006c0bb25b989" providerId="LiveId" clId="{5096F3FA-1780-400F-9307-D6218CE6B574}" dt="2025-09-02T17:12:12.398" v="224" actId="47"/>
        <pc:sldMkLst>
          <pc:docMk/>
          <pc:sldMk cId="3533758584" sldId="346"/>
        </pc:sldMkLst>
      </pc:sldChg>
      <pc:sldChg chg="del">
        <pc:chgData name="Rachaita Dutta" userId="f22006c0bb25b989" providerId="LiveId" clId="{5096F3FA-1780-400F-9307-D6218CE6B574}" dt="2025-09-02T17:12:12.636" v="225" actId="47"/>
        <pc:sldMkLst>
          <pc:docMk/>
          <pc:sldMk cId="240184579" sldId="347"/>
        </pc:sldMkLst>
      </pc:sldChg>
      <pc:sldChg chg="del">
        <pc:chgData name="Rachaita Dutta" userId="f22006c0bb25b989" providerId="LiveId" clId="{5096F3FA-1780-400F-9307-D6218CE6B574}" dt="2025-09-02T17:12:12.747" v="226" actId="47"/>
        <pc:sldMkLst>
          <pc:docMk/>
          <pc:sldMk cId="4283436009" sldId="348"/>
        </pc:sldMkLst>
      </pc:sldChg>
      <pc:sldChg chg="del">
        <pc:chgData name="Rachaita Dutta" userId="f22006c0bb25b989" providerId="LiveId" clId="{5096F3FA-1780-400F-9307-D6218CE6B574}" dt="2025-09-02T17:12:12.843" v="227" actId="47"/>
        <pc:sldMkLst>
          <pc:docMk/>
          <pc:sldMk cId="3451658131" sldId="349"/>
        </pc:sldMkLst>
      </pc:sldChg>
      <pc:sldChg chg="del">
        <pc:chgData name="Rachaita Dutta" userId="f22006c0bb25b989" providerId="LiveId" clId="{5096F3FA-1780-400F-9307-D6218CE6B574}" dt="2025-09-02T17:12:12.983" v="228" actId="47"/>
        <pc:sldMkLst>
          <pc:docMk/>
          <pc:sldMk cId="3859169803" sldId="350"/>
        </pc:sldMkLst>
      </pc:sldChg>
      <pc:sldChg chg="del">
        <pc:chgData name="Rachaita Dutta" userId="f22006c0bb25b989" providerId="LiveId" clId="{5096F3FA-1780-400F-9307-D6218CE6B574}" dt="2025-09-02T17:12:13.127" v="229" actId="47"/>
        <pc:sldMkLst>
          <pc:docMk/>
          <pc:sldMk cId="1839402328" sldId="351"/>
        </pc:sldMkLst>
      </pc:sldChg>
      <pc:sldChg chg="del">
        <pc:chgData name="Rachaita Dutta" userId="f22006c0bb25b989" providerId="LiveId" clId="{5096F3FA-1780-400F-9307-D6218CE6B574}" dt="2025-09-02T17:12:13.597" v="230" actId="47"/>
        <pc:sldMkLst>
          <pc:docMk/>
          <pc:sldMk cId="930711633" sldId="352"/>
        </pc:sldMkLst>
      </pc:sldChg>
      <pc:sldChg chg="del">
        <pc:chgData name="Rachaita Dutta" userId="f22006c0bb25b989" providerId="LiveId" clId="{5096F3FA-1780-400F-9307-D6218CE6B574}" dt="2025-09-02T17:12:13.758" v="231" actId="47"/>
        <pc:sldMkLst>
          <pc:docMk/>
          <pc:sldMk cId="3424777493" sldId="353"/>
        </pc:sldMkLst>
      </pc:sldChg>
      <pc:sldChg chg="del">
        <pc:chgData name="Rachaita Dutta" userId="f22006c0bb25b989" providerId="LiveId" clId="{5096F3FA-1780-400F-9307-D6218CE6B574}" dt="2025-09-02T17:12:13.841" v="232" actId="47"/>
        <pc:sldMkLst>
          <pc:docMk/>
          <pc:sldMk cId="431625271" sldId="354"/>
        </pc:sldMkLst>
      </pc:sldChg>
      <pc:sldChg chg="del">
        <pc:chgData name="Rachaita Dutta" userId="f22006c0bb25b989" providerId="LiveId" clId="{5096F3FA-1780-400F-9307-D6218CE6B574}" dt="2025-09-02T17:12:13.977" v="233" actId="47"/>
        <pc:sldMkLst>
          <pc:docMk/>
          <pc:sldMk cId="2145720408" sldId="355"/>
        </pc:sldMkLst>
      </pc:sldChg>
      <pc:sldChg chg="del">
        <pc:chgData name="Rachaita Dutta" userId="f22006c0bb25b989" providerId="LiveId" clId="{5096F3FA-1780-400F-9307-D6218CE6B574}" dt="2025-09-02T17:12:14.734" v="236" actId="47"/>
        <pc:sldMkLst>
          <pc:docMk/>
          <pc:sldMk cId="1958625577" sldId="356"/>
        </pc:sldMkLst>
      </pc:sldChg>
      <pc:sldChg chg="del">
        <pc:chgData name="Rachaita Dutta" userId="f22006c0bb25b989" providerId="LiveId" clId="{5096F3FA-1780-400F-9307-D6218CE6B574}" dt="2025-09-02T17:12:14.493" v="234" actId="47"/>
        <pc:sldMkLst>
          <pc:docMk/>
          <pc:sldMk cId="1562970067" sldId="357"/>
        </pc:sldMkLst>
      </pc:sldChg>
      <pc:sldChg chg="del">
        <pc:chgData name="Rachaita Dutta" userId="f22006c0bb25b989" providerId="LiveId" clId="{5096F3FA-1780-400F-9307-D6218CE6B574}" dt="2025-09-02T17:12:14.625" v="235" actId="47"/>
        <pc:sldMkLst>
          <pc:docMk/>
          <pc:sldMk cId="419046679" sldId="358"/>
        </pc:sldMkLst>
      </pc:sldChg>
      <pc:sldChg chg="del">
        <pc:chgData name="Rachaita Dutta" userId="f22006c0bb25b989" providerId="LiveId" clId="{5096F3FA-1780-400F-9307-D6218CE6B574}" dt="2025-09-02T17:12:14.907" v="237" actId="47"/>
        <pc:sldMkLst>
          <pc:docMk/>
          <pc:sldMk cId="4267959002" sldId="359"/>
        </pc:sldMkLst>
      </pc:sldChg>
      <pc:sldChg chg="del">
        <pc:chgData name="Rachaita Dutta" userId="f22006c0bb25b989" providerId="LiveId" clId="{5096F3FA-1780-400F-9307-D6218CE6B574}" dt="2025-09-02T17:12:14.938" v="238" actId="47"/>
        <pc:sldMkLst>
          <pc:docMk/>
          <pc:sldMk cId="1666454936" sldId="360"/>
        </pc:sldMkLst>
      </pc:sldChg>
      <pc:sldChg chg="del">
        <pc:chgData name="Rachaita Dutta" userId="f22006c0bb25b989" providerId="LiveId" clId="{5096F3FA-1780-400F-9307-D6218CE6B574}" dt="2025-09-02T17:12:15.039" v="239" actId="47"/>
        <pc:sldMkLst>
          <pc:docMk/>
          <pc:sldMk cId="1959932112" sldId="361"/>
        </pc:sldMkLst>
      </pc:sldChg>
      <pc:sldChg chg="del">
        <pc:chgData name="Rachaita Dutta" userId="f22006c0bb25b989" providerId="LiveId" clId="{5096F3FA-1780-400F-9307-D6218CE6B574}" dt="2025-09-02T17:12:15.190" v="240" actId="47"/>
        <pc:sldMkLst>
          <pc:docMk/>
          <pc:sldMk cId="2638159120" sldId="362"/>
        </pc:sldMkLst>
      </pc:sldChg>
      <pc:sldChg chg="del">
        <pc:chgData name="Rachaita Dutta" userId="f22006c0bb25b989" providerId="LiveId" clId="{5096F3FA-1780-400F-9307-D6218CE6B574}" dt="2025-09-02T17:12:16.581" v="241" actId="47"/>
        <pc:sldMkLst>
          <pc:docMk/>
          <pc:sldMk cId="851274884" sldId="363"/>
        </pc:sldMkLst>
      </pc:sldChg>
    </pc:docChg>
  </pc:docChgLst>
  <pc:docChgLst>
    <pc:chgData name="Rachaita Dutta" userId="f22006c0bb25b989" providerId="LiveId" clId="{BD8D798F-085B-4A0F-AD29-2F97537857FF}"/>
    <pc:docChg chg="undo custSel addSld delSld modSld">
      <pc:chgData name="Rachaita Dutta" userId="f22006c0bb25b989" providerId="LiveId" clId="{BD8D798F-085B-4A0F-AD29-2F97537857FF}" dt="2025-09-01T17:57:17.884" v="8339" actId="20577"/>
      <pc:docMkLst>
        <pc:docMk/>
      </pc:docMkLst>
      <pc:sldChg chg="del">
        <pc:chgData name="Rachaita Dutta" userId="f22006c0bb25b989" providerId="LiveId" clId="{BD8D798F-085B-4A0F-AD29-2F97537857FF}" dt="2025-08-22T04:31:08.779" v="39" actId="47"/>
        <pc:sldMkLst>
          <pc:docMk/>
          <pc:sldMk cId="586478555" sldId="307"/>
        </pc:sldMkLst>
      </pc:sldChg>
      <pc:sldChg chg="addSp delSp modSp mod">
        <pc:chgData name="Rachaita Dutta" userId="f22006c0bb25b989" providerId="LiveId" clId="{BD8D798F-085B-4A0F-AD29-2F97537857FF}" dt="2025-08-22T05:07:15.991" v="306" actId="478"/>
        <pc:sldMkLst>
          <pc:docMk/>
          <pc:sldMk cId="2222324472" sldId="308"/>
        </pc:sldMkLst>
      </pc:sldChg>
      <pc:sldChg chg="del">
        <pc:chgData name="Rachaita Dutta" userId="f22006c0bb25b989" providerId="LiveId" clId="{BD8D798F-085B-4A0F-AD29-2F97537857FF}" dt="2025-08-22T05:07:27.868" v="308" actId="47"/>
        <pc:sldMkLst>
          <pc:docMk/>
          <pc:sldMk cId="1966913227" sldId="309"/>
        </pc:sldMkLst>
      </pc:sldChg>
      <pc:sldChg chg="del">
        <pc:chgData name="Rachaita Dutta" userId="f22006c0bb25b989" providerId="LiveId" clId="{BD8D798F-085B-4A0F-AD29-2F97537857FF}" dt="2025-08-22T15:45:18.412" v="508" actId="47"/>
        <pc:sldMkLst>
          <pc:docMk/>
          <pc:sldMk cId="3064996118" sldId="315"/>
        </pc:sldMkLst>
      </pc:sldChg>
      <pc:sldChg chg="del">
        <pc:chgData name="Rachaita Dutta" userId="f22006c0bb25b989" providerId="LiveId" clId="{BD8D798F-085B-4A0F-AD29-2F97537857FF}" dt="2025-08-22T17:54:35.919" v="1639" actId="47"/>
        <pc:sldMkLst>
          <pc:docMk/>
          <pc:sldMk cId="537809529" sldId="316"/>
        </pc:sldMkLst>
      </pc:sldChg>
      <pc:sldChg chg="modSp mod">
        <pc:chgData name="Rachaita Dutta" userId="f22006c0bb25b989" providerId="LiveId" clId="{BD8D798F-085B-4A0F-AD29-2F97537857FF}" dt="2025-08-22T04:30:58.148" v="38" actId="403"/>
        <pc:sldMkLst>
          <pc:docMk/>
          <pc:sldMk cId="1338167130" sldId="317"/>
        </pc:sldMkLst>
        <pc:spChg chg="mod">
          <ac:chgData name="Rachaita Dutta" userId="f22006c0bb25b989" providerId="LiveId" clId="{BD8D798F-085B-4A0F-AD29-2F97537857FF}" dt="2025-08-22T04:30:58.148" v="38" actId="403"/>
          <ac:spMkLst>
            <pc:docMk/>
            <pc:sldMk cId="1338167130" sldId="317"/>
            <ac:spMk id="3" creationId="{B45A4A65-E8B8-40CF-7ABD-97EA8FA97521}"/>
          </ac:spMkLst>
        </pc:spChg>
      </pc:sldChg>
      <pc:sldChg chg="delSp del mod">
        <pc:chgData name="Rachaita Dutta" userId="f22006c0bb25b989" providerId="LiveId" clId="{BD8D798F-085B-4A0F-AD29-2F97537857FF}" dt="2025-08-22T15:44:56.399" v="504" actId="47"/>
        <pc:sldMkLst>
          <pc:docMk/>
          <pc:sldMk cId="882450772" sldId="318"/>
        </pc:sldMkLst>
      </pc:sldChg>
      <pc:sldChg chg="del">
        <pc:chgData name="Rachaita Dutta" userId="f22006c0bb25b989" providerId="LiveId" clId="{BD8D798F-085B-4A0F-AD29-2F97537857FF}" dt="2025-08-22T15:44:59.545" v="505" actId="47"/>
        <pc:sldMkLst>
          <pc:docMk/>
          <pc:sldMk cId="1207166195" sldId="320"/>
        </pc:sldMkLst>
      </pc:sldChg>
      <pc:sldChg chg="addSp delSp modSp mod modAnim">
        <pc:chgData name="Rachaita Dutta" userId="f22006c0bb25b989" providerId="LiveId" clId="{BD8D798F-085B-4A0F-AD29-2F97537857FF}" dt="2025-08-27T15:33:57.939" v="6009" actId="1037"/>
        <pc:sldMkLst>
          <pc:docMk/>
          <pc:sldMk cId="710943388" sldId="321"/>
        </pc:sldMkLst>
      </pc:sldChg>
      <pc:sldChg chg="del">
        <pc:chgData name="Rachaita Dutta" userId="f22006c0bb25b989" providerId="LiveId" clId="{BD8D798F-085B-4A0F-AD29-2F97537857FF}" dt="2025-08-22T17:54:34.221" v="1638" actId="47"/>
        <pc:sldMkLst>
          <pc:docMk/>
          <pc:sldMk cId="3068126258" sldId="322"/>
        </pc:sldMkLst>
      </pc:sldChg>
      <pc:sldChg chg="del">
        <pc:chgData name="Rachaita Dutta" userId="f22006c0bb25b989" providerId="LiveId" clId="{BD8D798F-085B-4A0F-AD29-2F97537857FF}" dt="2025-08-22T17:54:37.775" v="1640" actId="47"/>
        <pc:sldMkLst>
          <pc:docMk/>
          <pc:sldMk cId="1906506350" sldId="323"/>
        </pc:sldMkLst>
      </pc:sldChg>
      <pc:sldChg chg="del">
        <pc:chgData name="Rachaita Dutta" userId="f22006c0bb25b989" providerId="LiveId" clId="{BD8D798F-085B-4A0F-AD29-2F97537857FF}" dt="2025-08-22T15:45:23.227" v="509" actId="47"/>
        <pc:sldMkLst>
          <pc:docMk/>
          <pc:sldMk cId="1974327970" sldId="324"/>
        </pc:sldMkLst>
      </pc:sldChg>
      <pc:sldChg chg="del">
        <pc:chgData name="Rachaita Dutta" userId="f22006c0bb25b989" providerId="LiveId" clId="{BD8D798F-085B-4A0F-AD29-2F97537857FF}" dt="2025-08-22T15:45:14.443" v="507" actId="47"/>
        <pc:sldMkLst>
          <pc:docMk/>
          <pc:sldMk cId="2683570500" sldId="325"/>
        </pc:sldMkLst>
      </pc:sldChg>
      <pc:sldChg chg="delSp modSp add mod">
        <pc:chgData name="Rachaita Dutta" userId="f22006c0bb25b989" providerId="LiveId" clId="{BD8D798F-085B-4A0F-AD29-2F97537857FF}" dt="2025-08-22T15:44:32.970" v="503" actId="1076"/>
        <pc:sldMkLst>
          <pc:docMk/>
          <pc:sldMk cId="1180625356" sldId="326"/>
        </pc:sldMkLst>
      </pc:sldChg>
      <pc:sldChg chg="addSp modSp add mod">
        <pc:chgData name="Rachaita Dutta" userId="f22006c0bb25b989" providerId="LiveId" clId="{BD8D798F-085B-4A0F-AD29-2F97537857FF}" dt="2025-08-23T03:47:39.465" v="1651" actId="12"/>
        <pc:sldMkLst>
          <pc:docMk/>
          <pc:sldMk cId="4279156665" sldId="327"/>
        </pc:sldMkLst>
      </pc:sldChg>
      <pc:sldChg chg="addSp delSp modSp add mod modTransition modAnim">
        <pc:chgData name="Rachaita Dutta" userId="f22006c0bb25b989" providerId="LiveId" clId="{BD8D798F-085B-4A0F-AD29-2F97537857FF}" dt="2025-08-22T17:40:10.832" v="1249"/>
        <pc:sldMkLst>
          <pc:docMk/>
          <pc:sldMk cId="3558364660" sldId="328"/>
        </pc:sldMkLst>
      </pc:sldChg>
      <pc:sldChg chg="modSp add mod modAnim">
        <pc:chgData name="Rachaita Dutta" userId="f22006c0bb25b989" providerId="LiveId" clId="{BD8D798F-085B-4A0F-AD29-2F97537857FF}" dt="2025-08-27T15:17:54.110" v="5998" actId="20577"/>
        <pc:sldMkLst>
          <pc:docMk/>
          <pc:sldMk cId="2747084965" sldId="329"/>
        </pc:sldMkLst>
      </pc:sldChg>
      <pc:sldChg chg="add del">
        <pc:chgData name="Rachaita Dutta" userId="f22006c0bb25b989" providerId="LiveId" clId="{BD8D798F-085B-4A0F-AD29-2F97537857FF}" dt="2025-08-23T03:48:15.813" v="1653" actId="47"/>
        <pc:sldMkLst>
          <pc:docMk/>
          <pc:sldMk cId="1817396426" sldId="330"/>
        </pc:sldMkLst>
      </pc:sldChg>
      <pc:sldChg chg="modSp add mod addAnim delAnim modAnim">
        <pc:chgData name="Rachaita Dutta" userId="f22006c0bb25b989" providerId="LiveId" clId="{BD8D798F-085B-4A0F-AD29-2F97537857FF}" dt="2025-08-25T09:41:20.567" v="3316"/>
        <pc:sldMkLst>
          <pc:docMk/>
          <pc:sldMk cId="1899234317" sldId="330"/>
        </pc:sldMkLst>
      </pc:sldChg>
      <pc:sldChg chg="addSp modSp add mod modAnim">
        <pc:chgData name="Rachaita Dutta" userId="f22006c0bb25b989" providerId="LiveId" clId="{BD8D798F-085B-4A0F-AD29-2F97537857FF}" dt="2025-08-25T09:41:56.464" v="3317"/>
        <pc:sldMkLst>
          <pc:docMk/>
          <pc:sldMk cId="423037299" sldId="331"/>
        </pc:sldMkLst>
      </pc:sldChg>
      <pc:sldChg chg="addSp delSp modSp add mod modAnim">
        <pc:chgData name="Rachaita Dutta" userId="f22006c0bb25b989" providerId="LiveId" clId="{BD8D798F-085B-4A0F-AD29-2F97537857FF}" dt="2025-08-25T16:58:29.008" v="3802" actId="404"/>
        <pc:sldMkLst>
          <pc:docMk/>
          <pc:sldMk cId="553079627" sldId="332"/>
        </pc:sldMkLst>
      </pc:sldChg>
      <pc:sldChg chg="delSp modSp add mod delAnim modAnim">
        <pc:chgData name="Rachaita Dutta" userId="f22006c0bb25b989" providerId="LiveId" clId="{BD8D798F-085B-4A0F-AD29-2F97537857FF}" dt="2025-08-27T16:33:42.697" v="6010" actId="20577"/>
        <pc:sldMkLst>
          <pc:docMk/>
          <pc:sldMk cId="51637171" sldId="333"/>
        </pc:sldMkLst>
      </pc:sldChg>
      <pc:sldChg chg="addSp delSp modSp new mod">
        <pc:chgData name="Rachaita Dutta" userId="f22006c0bb25b989" providerId="LiveId" clId="{BD8D798F-085B-4A0F-AD29-2F97537857FF}" dt="2025-08-26T09:06:22.670" v="4156" actId="1076"/>
        <pc:sldMkLst>
          <pc:docMk/>
          <pc:sldMk cId="2106418936" sldId="334"/>
        </pc:sldMkLst>
      </pc:sldChg>
      <pc:sldChg chg="add del">
        <pc:chgData name="Rachaita Dutta" userId="f22006c0bb25b989" providerId="LiveId" clId="{BD8D798F-085B-4A0F-AD29-2F97537857FF}" dt="2025-08-25T10:01:19.876" v="3545" actId="47"/>
        <pc:sldMkLst>
          <pc:docMk/>
          <pc:sldMk cId="4034014197" sldId="334"/>
        </pc:sldMkLst>
      </pc:sldChg>
      <pc:sldChg chg="modSp add mod">
        <pc:chgData name="Rachaita Dutta" userId="f22006c0bb25b989" providerId="LiveId" clId="{BD8D798F-085B-4A0F-AD29-2F97537857FF}" dt="2025-08-25T17:46:09.425" v="3904" actId="20577"/>
        <pc:sldMkLst>
          <pc:docMk/>
          <pc:sldMk cId="895907780" sldId="335"/>
        </pc:sldMkLst>
      </pc:sldChg>
      <pc:sldChg chg="addSp modSp add mod modAnim">
        <pc:chgData name="Rachaita Dutta" userId="f22006c0bb25b989" providerId="LiveId" clId="{BD8D798F-085B-4A0F-AD29-2F97537857FF}" dt="2025-08-26T16:45:17.764" v="5516"/>
        <pc:sldMkLst>
          <pc:docMk/>
          <pc:sldMk cId="4042798996" sldId="336"/>
        </pc:sldMkLst>
      </pc:sldChg>
      <pc:sldChg chg="addSp delSp modSp new mod modAnim">
        <pc:chgData name="Rachaita Dutta" userId="f22006c0bb25b989" providerId="LiveId" clId="{BD8D798F-085B-4A0F-AD29-2F97537857FF}" dt="2025-08-26T09:20:39.754" v="4282" actId="404"/>
        <pc:sldMkLst>
          <pc:docMk/>
          <pc:sldMk cId="2740065160" sldId="337"/>
        </pc:sldMkLst>
      </pc:sldChg>
      <pc:sldChg chg="modSp add mod modAnim">
        <pc:chgData name="Rachaita Dutta" userId="f22006c0bb25b989" providerId="LiveId" clId="{BD8D798F-085B-4A0F-AD29-2F97537857FF}" dt="2025-08-26T14:28:19.438" v="4547"/>
        <pc:sldMkLst>
          <pc:docMk/>
          <pc:sldMk cId="3952391792" sldId="338"/>
        </pc:sldMkLst>
      </pc:sldChg>
      <pc:sldChg chg="modSp add mod modAnim">
        <pc:chgData name="Rachaita Dutta" userId="f22006c0bb25b989" providerId="LiveId" clId="{BD8D798F-085B-4A0F-AD29-2F97537857FF}" dt="2025-08-26T14:38:22.252" v="4582" actId="20577"/>
        <pc:sldMkLst>
          <pc:docMk/>
          <pc:sldMk cId="752718731" sldId="339"/>
        </pc:sldMkLst>
      </pc:sldChg>
      <pc:sldChg chg="modSp add mod modAnim">
        <pc:chgData name="Rachaita Dutta" userId="f22006c0bb25b989" providerId="LiveId" clId="{BD8D798F-085B-4A0F-AD29-2F97537857FF}" dt="2025-08-26T16:37:52.544" v="5488" actId="20577"/>
        <pc:sldMkLst>
          <pc:docMk/>
          <pc:sldMk cId="2139116331" sldId="340"/>
        </pc:sldMkLst>
      </pc:sldChg>
      <pc:sldChg chg="modSp add mod modAnim">
        <pc:chgData name="Rachaita Dutta" userId="f22006c0bb25b989" providerId="LiveId" clId="{BD8D798F-085B-4A0F-AD29-2F97537857FF}" dt="2025-09-01T15:42:34.192" v="8316" actId="20577"/>
        <pc:sldMkLst>
          <pc:docMk/>
          <pc:sldMk cId="66020857" sldId="341"/>
        </pc:sldMkLst>
      </pc:sldChg>
      <pc:sldChg chg="modSp add modAnim">
        <pc:chgData name="Rachaita Dutta" userId="f22006c0bb25b989" providerId="LiveId" clId="{BD8D798F-085B-4A0F-AD29-2F97537857FF}" dt="2025-08-27T09:22:04.944" v="5670"/>
        <pc:sldMkLst>
          <pc:docMk/>
          <pc:sldMk cId="1276066728" sldId="342"/>
        </pc:sldMkLst>
      </pc:sldChg>
      <pc:sldChg chg="addSp modSp add mod modAnim">
        <pc:chgData name="Rachaita Dutta" userId="f22006c0bb25b989" providerId="LiveId" clId="{BD8D798F-085B-4A0F-AD29-2F97537857FF}" dt="2025-08-27T09:25:39.750" v="5783" actId="1038"/>
        <pc:sldMkLst>
          <pc:docMk/>
          <pc:sldMk cId="2604850631" sldId="343"/>
        </pc:sldMkLst>
      </pc:sldChg>
      <pc:sldChg chg="addSp delSp modSp add mod">
        <pc:chgData name="Rachaita Dutta" userId="f22006c0bb25b989" providerId="LiveId" clId="{BD8D798F-085B-4A0F-AD29-2F97537857FF}" dt="2025-08-27T09:29:42.226" v="5794" actId="1076"/>
        <pc:sldMkLst>
          <pc:docMk/>
          <pc:sldMk cId="4266880481" sldId="344"/>
        </pc:sldMkLst>
      </pc:sldChg>
      <pc:sldChg chg="delSp modSp add mod modAnim">
        <pc:chgData name="Rachaita Dutta" userId="f22006c0bb25b989" providerId="LiveId" clId="{BD8D798F-085B-4A0F-AD29-2F97537857FF}" dt="2025-08-27T13:23:23.202" v="5974"/>
        <pc:sldMkLst>
          <pc:docMk/>
          <pc:sldMk cId="1243061524" sldId="345"/>
        </pc:sldMkLst>
      </pc:sldChg>
      <pc:sldChg chg="addSp delSp modSp add mod modAnim">
        <pc:chgData name="Rachaita Dutta" userId="f22006c0bb25b989" providerId="LiveId" clId="{BD8D798F-085B-4A0F-AD29-2F97537857FF}" dt="2025-08-27T13:24:22.854" v="5978"/>
        <pc:sldMkLst>
          <pc:docMk/>
          <pc:sldMk cId="3533758584" sldId="346"/>
        </pc:sldMkLst>
      </pc:sldChg>
      <pc:sldChg chg="delSp modSp add mod modAnim">
        <pc:chgData name="Rachaita Dutta" userId="f22006c0bb25b989" providerId="LiveId" clId="{BD8D798F-085B-4A0F-AD29-2F97537857FF}" dt="2025-08-30T09:20:38.248" v="6807" actId="404"/>
        <pc:sldMkLst>
          <pc:docMk/>
          <pc:sldMk cId="240184579" sldId="347"/>
        </pc:sldMkLst>
      </pc:sldChg>
      <pc:sldChg chg="addSp modSp add mod">
        <pc:chgData name="Rachaita Dutta" userId="f22006c0bb25b989" providerId="LiveId" clId="{BD8D798F-085B-4A0F-AD29-2F97537857FF}" dt="2025-08-27T17:03:39.974" v="6130" actId="1076"/>
        <pc:sldMkLst>
          <pc:docMk/>
          <pc:sldMk cId="4283436009" sldId="348"/>
        </pc:sldMkLst>
      </pc:sldChg>
      <pc:sldChg chg="addSp delSp modSp add mod">
        <pc:chgData name="Rachaita Dutta" userId="f22006c0bb25b989" providerId="LiveId" clId="{BD8D798F-085B-4A0F-AD29-2F97537857FF}" dt="2025-08-30T05:20:39.311" v="6520" actId="404"/>
        <pc:sldMkLst>
          <pc:docMk/>
          <pc:sldMk cId="3451658131" sldId="349"/>
        </pc:sldMkLst>
      </pc:sldChg>
      <pc:sldChg chg="addSp delSp modSp new mod">
        <pc:chgData name="Rachaita Dutta" userId="f22006c0bb25b989" providerId="LiveId" clId="{BD8D798F-085B-4A0F-AD29-2F97537857FF}" dt="2025-08-30T05:22:55.591" v="6547" actId="14100"/>
        <pc:sldMkLst>
          <pc:docMk/>
          <pc:sldMk cId="3859169803" sldId="350"/>
        </pc:sldMkLst>
      </pc:sldChg>
      <pc:sldChg chg="modSp add mod">
        <pc:chgData name="Rachaita Dutta" userId="f22006c0bb25b989" providerId="LiveId" clId="{BD8D798F-085B-4A0F-AD29-2F97537857FF}" dt="2025-08-30T09:21:16.451" v="6808" actId="207"/>
        <pc:sldMkLst>
          <pc:docMk/>
          <pc:sldMk cId="1839402328" sldId="351"/>
        </pc:sldMkLst>
      </pc:sldChg>
      <pc:sldChg chg="modSp add mod modAnim">
        <pc:chgData name="Rachaita Dutta" userId="f22006c0bb25b989" providerId="LiveId" clId="{BD8D798F-085B-4A0F-AD29-2F97537857FF}" dt="2025-08-30T09:29:46.258" v="6879" actId="20577"/>
        <pc:sldMkLst>
          <pc:docMk/>
          <pc:sldMk cId="930711633" sldId="352"/>
        </pc:sldMkLst>
      </pc:sldChg>
      <pc:sldChg chg="modSp add mod">
        <pc:chgData name="Rachaita Dutta" userId="f22006c0bb25b989" providerId="LiveId" clId="{BD8D798F-085B-4A0F-AD29-2F97537857FF}" dt="2025-08-30T09:30:00.017" v="6884" actId="404"/>
        <pc:sldMkLst>
          <pc:docMk/>
          <pc:sldMk cId="3424777493" sldId="353"/>
        </pc:sldMkLst>
      </pc:sldChg>
      <pc:sldChg chg="modSp add mod modAnim">
        <pc:chgData name="Rachaita Dutta" userId="f22006c0bb25b989" providerId="LiveId" clId="{BD8D798F-085B-4A0F-AD29-2F97537857FF}" dt="2025-08-31T10:51:51.207" v="7396" actId="207"/>
        <pc:sldMkLst>
          <pc:docMk/>
          <pc:sldMk cId="431625271" sldId="354"/>
        </pc:sldMkLst>
      </pc:sldChg>
      <pc:sldChg chg="addSp delSp modSp new mod modAnim">
        <pc:chgData name="Rachaita Dutta" userId="f22006c0bb25b989" providerId="LiveId" clId="{BD8D798F-085B-4A0F-AD29-2F97537857FF}" dt="2025-09-01T17:19:10.594" v="8317"/>
        <pc:sldMkLst>
          <pc:docMk/>
          <pc:sldMk cId="2145720408" sldId="355"/>
        </pc:sldMkLst>
      </pc:sldChg>
      <pc:sldChg chg="addSp delSp modSp new mod">
        <pc:chgData name="Rachaita Dutta" userId="f22006c0bb25b989" providerId="LiveId" clId="{BD8D798F-085B-4A0F-AD29-2F97537857FF}" dt="2025-08-31T14:51:54.150" v="7749" actId="1076"/>
        <pc:sldMkLst>
          <pc:docMk/>
          <pc:sldMk cId="1958625577" sldId="356"/>
        </pc:sldMkLst>
      </pc:sldChg>
      <pc:sldChg chg="modSp add mod">
        <pc:chgData name="Rachaita Dutta" userId="f22006c0bb25b989" providerId="LiveId" clId="{BD8D798F-085B-4A0F-AD29-2F97537857FF}" dt="2025-08-31T10:58:25.658" v="7568" actId="20577"/>
        <pc:sldMkLst>
          <pc:docMk/>
          <pc:sldMk cId="1562970067" sldId="357"/>
        </pc:sldMkLst>
      </pc:sldChg>
      <pc:sldChg chg="modSp add mod modAnim">
        <pc:chgData name="Rachaita Dutta" userId="f22006c0bb25b989" providerId="LiveId" clId="{BD8D798F-085B-4A0F-AD29-2F97537857FF}" dt="2025-08-31T14:51:28.285" v="7748" actId="20577"/>
        <pc:sldMkLst>
          <pc:docMk/>
          <pc:sldMk cId="419046679" sldId="358"/>
        </pc:sldMkLst>
      </pc:sldChg>
      <pc:sldChg chg="modSp add mod">
        <pc:chgData name="Rachaita Dutta" userId="f22006c0bb25b989" providerId="LiveId" clId="{BD8D798F-085B-4A0F-AD29-2F97537857FF}" dt="2025-08-31T15:21:15.474" v="7848" actId="207"/>
        <pc:sldMkLst>
          <pc:docMk/>
          <pc:sldMk cId="4267959002" sldId="359"/>
        </pc:sldMkLst>
      </pc:sldChg>
      <pc:sldChg chg="modSp add mod">
        <pc:chgData name="Rachaita Dutta" userId="f22006c0bb25b989" providerId="LiveId" clId="{BD8D798F-085B-4A0F-AD29-2F97537857FF}" dt="2025-08-31T17:39:07.545" v="7922" actId="20577"/>
        <pc:sldMkLst>
          <pc:docMk/>
          <pc:sldMk cId="1666454936" sldId="360"/>
        </pc:sldMkLst>
      </pc:sldChg>
      <pc:sldChg chg="addSp delSp modSp new mod">
        <pc:chgData name="Rachaita Dutta" userId="f22006c0bb25b989" providerId="LiveId" clId="{BD8D798F-085B-4A0F-AD29-2F97537857FF}" dt="2025-09-01T17:57:17.884" v="8339" actId="20577"/>
        <pc:sldMkLst>
          <pc:docMk/>
          <pc:sldMk cId="1959932112" sldId="361"/>
        </pc:sldMkLst>
      </pc:sldChg>
      <pc:sldChg chg="modSp add mod">
        <pc:chgData name="Rachaita Dutta" userId="f22006c0bb25b989" providerId="LiveId" clId="{BD8D798F-085B-4A0F-AD29-2F97537857FF}" dt="2025-09-01T04:17:57.782" v="8251" actId="404"/>
        <pc:sldMkLst>
          <pc:docMk/>
          <pc:sldMk cId="2638159120" sldId="362"/>
        </pc:sldMkLst>
      </pc:sldChg>
      <pc:sldChg chg="addSp delSp modSp new mod">
        <pc:chgData name="Rachaita Dutta" userId="f22006c0bb25b989" providerId="LiveId" clId="{BD8D798F-085B-4A0F-AD29-2F97537857FF}" dt="2025-09-01T15:39:56.364" v="8304" actId="207"/>
        <pc:sldMkLst>
          <pc:docMk/>
          <pc:sldMk cId="851274884" sldId="363"/>
        </pc:sldMkLst>
      </pc:sldChg>
    </pc:docChg>
  </pc:docChgLst>
  <pc:docChgLst>
    <pc:chgData name="Rachaita Dutta" userId="f22006c0bb25b989" providerId="LiveId" clId="{FB0DC630-F55C-4724-9BD2-0C4F2FC875F3}"/>
    <pc:docChg chg="undo custSel addSld delSld modSld">
      <pc:chgData name="Rachaita Dutta" userId="f22006c0bb25b989" providerId="LiveId" clId="{FB0DC630-F55C-4724-9BD2-0C4F2FC875F3}" dt="2025-09-08T17:15:32.734" v="1520" actId="1076"/>
      <pc:docMkLst>
        <pc:docMk/>
      </pc:docMkLst>
      <pc:sldChg chg="addSp modSp mod">
        <pc:chgData name="Rachaita Dutta" userId="f22006c0bb25b989" providerId="LiveId" clId="{FB0DC630-F55C-4724-9BD2-0C4F2FC875F3}" dt="2025-09-05T13:48:49.370" v="129" actId="207"/>
        <pc:sldMkLst>
          <pc:docMk/>
          <pc:sldMk cId="2222324472" sldId="308"/>
        </pc:sldMkLst>
      </pc:sldChg>
      <pc:sldChg chg="modSp mod">
        <pc:chgData name="Rachaita Dutta" userId="f22006c0bb25b989" providerId="LiveId" clId="{FB0DC630-F55C-4724-9BD2-0C4F2FC875F3}" dt="2025-09-05T10:05:03.655" v="43" actId="1076"/>
        <pc:sldMkLst>
          <pc:docMk/>
          <pc:sldMk cId="1338167130" sldId="317"/>
        </pc:sldMkLst>
        <pc:spChg chg="mod">
          <ac:chgData name="Rachaita Dutta" userId="f22006c0bb25b989" providerId="LiveId" clId="{FB0DC630-F55C-4724-9BD2-0C4F2FC875F3}" dt="2025-09-05T10:05:03.655" v="43" actId="1076"/>
          <ac:spMkLst>
            <pc:docMk/>
            <pc:sldMk cId="1338167130" sldId="317"/>
            <ac:spMk id="3" creationId="{B45A4A65-E8B8-40CF-7ABD-97EA8FA97521}"/>
          </ac:spMkLst>
        </pc:spChg>
      </pc:sldChg>
      <pc:sldChg chg="addSp delSp modSp new mod">
        <pc:chgData name="Rachaita Dutta" userId="f22006c0bb25b989" providerId="LiveId" clId="{FB0DC630-F55C-4724-9BD2-0C4F2FC875F3}" dt="2025-09-05T14:10:47.964" v="137" actId="1076"/>
        <pc:sldMkLst>
          <pc:docMk/>
          <pc:sldMk cId="1546461221" sldId="318"/>
        </pc:sldMkLst>
      </pc:sldChg>
      <pc:sldChg chg="del">
        <pc:chgData name="Rachaita Dutta" userId="f22006c0bb25b989" providerId="LiveId" clId="{FB0DC630-F55C-4724-9BD2-0C4F2FC875F3}" dt="2025-09-05T10:21:42.575" v="114" actId="47"/>
        <pc:sldMkLst>
          <pc:docMk/>
          <pc:sldMk cId="2327602309" sldId="318"/>
        </pc:sldMkLst>
      </pc:sldChg>
      <pc:sldChg chg="addSp delSp modSp new mod">
        <pc:chgData name="Rachaita Dutta" userId="f22006c0bb25b989" providerId="LiveId" clId="{FB0DC630-F55C-4724-9BD2-0C4F2FC875F3}" dt="2025-09-06T08:44:59.976" v="995" actId="404"/>
        <pc:sldMkLst>
          <pc:docMk/>
          <pc:sldMk cId="451311901" sldId="319"/>
        </pc:sldMkLst>
      </pc:sldChg>
      <pc:sldChg chg="del">
        <pc:chgData name="Rachaita Dutta" userId="f22006c0bb25b989" providerId="LiveId" clId="{FB0DC630-F55C-4724-9BD2-0C4F2FC875F3}" dt="2025-09-05T10:21:42.949" v="115" actId="47"/>
        <pc:sldMkLst>
          <pc:docMk/>
          <pc:sldMk cId="3974836523" sldId="319"/>
        </pc:sldMkLst>
      </pc:sldChg>
      <pc:sldChg chg="addSp delSp modSp new mod">
        <pc:chgData name="Rachaita Dutta" userId="f22006c0bb25b989" providerId="LiveId" clId="{FB0DC630-F55C-4724-9BD2-0C4F2FC875F3}" dt="2025-09-05T15:28:20.519" v="559" actId="404"/>
        <pc:sldMkLst>
          <pc:docMk/>
          <pc:sldMk cId="3721023388" sldId="320"/>
        </pc:sldMkLst>
      </pc:sldChg>
      <pc:sldChg chg="del">
        <pc:chgData name="Rachaita Dutta" userId="f22006c0bb25b989" providerId="LiveId" clId="{FB0DC630-F55C-4724-9BD2-0C4F2FC875F3}" dt="2025-09-05T10:21:43.166" v="116" actId="47"/>
        <pc:sldMkLst>
          <pc:docMk/>
          <pc:sldMk cId="3783136886" sldId="320"/>
        </pc:sldMkLst>
      </pc:sldChg>
      <pc:sldChg chg="del">
        <pc:chgData name="Rachaita Dutta" userId="f22006c0bb25b989" providerId="LiveId" clId="{FB0DC630-F55C-4724-9BD2-0C4F2FC875F3}" dt="2025-09-05T10:21:43.364" v="117" actId="47"/>
        <pc:sldMkLst>
          <pc:docMk/>
          <pc:sldMk cId="1330460107" sldId="321"/>
        </pc:sldMkLst>
      </pc:sldChg>
      <pc:sldChg chg="addSp delSp modSp new mod">
        <pc:chgData name="Rachaita Dutta" userId="f22006c0bb25b989" providerId="LiveId" clId="{FB0DC630-F55C-4724-9BD2-0C4F2FC875F3}" dt="2025-09-05T17:24:21.431" v="722" actId="1076"/>
        <pc:sldMkLst>
          <pc:docMk/>
          <pc:sldMk cId="3068123038" sldId="321"/>
        </pc:sldMkLst>
      </pc:sldChg>
      <pc:sldChg chg="addSp delSp modSp new mod">
        <pc:chgData name="Rachaita Dutta" userId="f22006c0bb25b989" providerId="LiveId" clId="{FB0DC630-F55C-4724-9BD2-0C4F2FC875F3}" dt="2025-09-05T17:20:35.729" v="635" actId="1076"/>
        <pc:sldMkLst>
          <pc:docMk/>
          <pc:sldMk cId="87813908" sldId="322"/>
        </pc:sldMkLst>
      </pc:sldChg>
      <pc:sldChg chg="del">
        <pc:chgData name="Rachaita Dutta" userId="f22006c0bb25b989" providerId="LiveId" clId="{FB0DC630-F55C-4724-9BD2-0C4F2FC875F3}" dt="2025-09-05T10:21:43.949" v="118" actId="47"/>
        <pc:sldMkLst>
          <pc:docMk/>
          <pc:sldMk cId="1644534217" sldId="322"/>
        </pc:sldMkLst>
      </pc:sldChg>
      <pc:sldChg chg="addSp delSp modSp new mod">
        <pc:chgData name="Rachaita Dutta" userId="f22006c0bb25b989" providerId="LiveId" clId="{FB0DC630-F55C-4724-9BD2-0C4F2FC875F3}" dt="2025-09-05T18:07:46.269" v="766" actId="114"/>
        <pc:sldMkLst>
          <pc:docMk/>
          <pc:sldMk cId="972914108" sldId="323"/>
        </pc:sldMkLst>
      </pc:sldChg>
      <pc:sldChg chg="del">
        <pc:chgData name="Rachaita Dutta" userId="f22006c0bb25b989" providerId="LiveId" clId="{FB0DC630-F55C-4724-9BD2-0C4F2FC875F3}" dt="2025-09-05T10:21:44.140" v="119" actId="47"/>
        <pc:sldMkLst>
          <pc:docMk/>
          <pc:sldMk cId="2497304798" sldId="323"/>
        </pc:sldMkLst>
      </pc:sldChg>
      <pc:sldChg chg="del">
        <pc:chgData name="Rachaita Dutta" userId="f22006c0bb25b989" providerId="LiveId" clId="{FB0DC630-F55C-4724-9BD2-0C4F2FC875F3}" dt="2025-09-05T10:21:44.333" v="120" actId="47"/>
        <pc:sldMkLst>
          <pc:docMk/>
          <pc:sldMk cId="669990853" sldId="324"/>
        </pc:sldMkLst>
      </pc:sldChg>
      <pc:sldChg chg="delSp modSp add mod">
        <pc:chgData name="Rachaita Dutta" userId="f22006c0bb25b989" providerId="LiveId" clId="{FB0DC630-F55C-4724-9BD2-0C4F2FC875F3}" dt="2025-09-06T17:04:39.526" v="1145" actId="20577"/>
        <pc:sldMkLst>
          <pc:docMk/>
          <pc:sldMk cId="780421723" sldId="324"/>
        </pc:sldMkLst>
      </pc:sldChg>
      <pc:sldChg chg="addSp delSp modSp new mod">
        <pc:chgData name="Rachaita Dutta" userId="f22006c0bb25b989" providerId="LiveId" clId="{FB0DC630-F55C-4724-9BD2-0C4F2FC875F3}" dt="2025-09-06T08:44:40.678" v="987" actId="1076"/>
        <pc:sldMkLst>
          <pc:docMk/>
          <pc:sldMk cId="2770397835" sldId="325"/>
        </pc:sldMkLst>
      </pc:sldChg>
      <pc:sldChg chg="del">
        <pc:chgData name="Rachaita Dutta" userId="f22006c0bb25b989" providerId="LiveId" clId="{FB0DC630-F55C-4724-9BD2-0C4F2FC875F3}" dt="2025-09-05T10:21:44.515" v="121" actId="47"/>
        <pc:sldMkLst>
          <pc:docMk/>
          <pc:sldMk cId="3573114140" sldId="325"/>
        </pc:sldMkLst>
      </pc:sldChg>
      <pc:sldChg chg="del">
        <pc:chgData name="Rachaita Dutta" userId="f22006c0bb25b989" providerId="LiveId" clId="{FB0DC630-F55C-4724-9BD2-0C4F2FC875F3}" dt="2025-09-05T10:21:44.698" v="122" actId="47"/>
        <pc:sldMkLst>
          <pc:docMk/>
          <pc:sldMk cId="340494408" sldId="326"/>
        </pc:sldMkLst>
      </pc:sldChg>
      <pc:sldChg chg="addSp delSp modSp new mod">
        <pc:chgData name="Rachaita Dutta" userId="f22006c0bb25b989" providerId="LiveId" clId="{FB0DC630-F55C-4724-9BD2-0C4F2FC875F3}" dt="2025-09-06T13:25:06.328" v="1097"/>
        <pc:sldMkLst>
          <pc:docMk/>
          <pc:sldMk cId="1161767987" sldId="326"/>
        </pc:sldMkLst>
      </pc:sldChg>
      <pc:sldChg chg="addSp delSp modSp new mod">
        <pc:chgData name="Rachaita Dutta" userId="f22006c0bb25b989" providerId="LiveId" clId="{FB0DC630-F55C-4724-9BD2-0C4F2FC875F3}" dt="2025-09-06T13:26:58.253" v="1115" actId="1076"/>
        <pc:sldMkLst>
          <pc:docMk/>
          <pc:sldMk cId="337053805" sldId="327"/>
        </pc:sldMkLst>
      </pc:sldChg>
      <pc:sldChg chg="del">
        <pc:chgData name="Rachaita Dutta" userId="f22006c0bb25b989" providerId="LiveId" clId="{FB0DC630-F55C-4724-9BD2-0C4F2FC875F3}" dt="2025-09-05T10:21:44.882" v="123" actId="47"/>
        <pc:sldMkLst>
          <pc:docMk/>
          <pc:sldMk cId="1030558435" sldId="327"/>
        </pc:sldMkLst>
      </pc:sldChg>
      <pc:sldChg chg="add del">
        <pc:chgData name="Rachaita Dutta" userId="f22006c0bb25b989" providerId="LiveId" clId="{FB0DC630-F55C-4724-9BD2-0C4F2FC875F3}" dt="2025-09-06T08:45:22.093" v="1000"/>
        <pc:sldMkLst>
          <pc:docMk/>
          <pc:sldMk cId="1452478768" sldId="327"/>
        </pc:sldMkLst>
      </pc:sldChg>
      <pc:sldChg chg="del">
        <pc:chgData name="Rachaita Dutta" userId="f22006c0bb25b989" providerId="LiveId" clId="{FB0DC630-F55C-4724-9BD2-0C4F2FC875F3}" dt="2025-09-05T10:21:45.046" v="124" actId="47"/>
        <pc:sldMkLst>
          <pc:docMk/>
          <pc:sldMk cId="831985995" sldId="328"/>
        </pc:sldMkLst>
      </pc:sldChg>
      <pc:sldChg chg="modSp add mod">
        <pc:chgData name="Rachaita Dutta" userId="f22006c0bb25b989" providerId="LiveId" clId="{FB0DC630-F55C-4724-9BD2-0C4F2FC875F3}" dt="2025-09-07T09:10:55.866" v="1280" actId="21"/>
        <pc:sldMkLst>
          <pc:docMk/>
          <pc:sldMk cId="1166248074" sldId="328"/>
        </pc:sldMkLst>
      </pc:sldChg>
      <pc:sldChg chg="addSp delSp modSp new mod">
        <pc:chgData name="Rachaita Dutta" userId="f22006c0bb25b989" providerId="LiveId" clId="{FB0DC630-F55C-4724-9BD2-0C4F2FC875F3}" dt="2025-09-07T13:04:16.048" v="1378" actId="22"/>
        <pc:sldMkLst>
          <pc:docMk/>
          <pc:sldMk cId="1659295578" sldId="329"/>
        </pc:sldMkLst>
      </pc:sldChg>
      <pc:sldChg chg="del">
        <pc:chgData name="Rachaita Dutta" userId="f22006c0bb25b989" providerId="LiveId" clId="{FB0DC630-F55C-4724-9BD2-0C4F2FC875F3}" dt="2025-09-05T10:21:45.300" v="125" actId="47"/>
        <pc:sldMkLst>
          <pc:docMk/>
          <pc:sldMk cId="4133031817" sldId="329"/>
        </pc:sldMkLst>
      </pc:sldChg>
      <pc:sldChg chg="del">
        <pc:chgData name="Rachaita Dutta" userId="f22006c0bb25b989" providerId="LiveId" clId="{FB0DC630-F55C-4724-9BD2-0C4F2FC875F3}" dt="2025-09-05T10:21:46.084" v="126" actId="47"/>
        <pc:sldMkLst>
          <pc:docMk/>
          <pc:sldMk cId="1163874103" sldId="330"/>
        </pc:sldMkLst>
      </pc:sldChg>
      <pc:sldChg chg="addSp delSp modSp add mod">
        <pc:chgData name="Rachaita Dutta" userId="f22006c0bb25b989" providerId="LiveId" clId="{FB0DC630-F55C-4724-9BD2-0C4F2FC875F3}" dt="2025-09-08T17:15:32.734" v="1520" actId="1076"/>
        <pc:sldMkLst>
          <pc:docMk/>
          <pc:sldMk cId="3232033403" sldId="330"/>
        </pc:sldMkLst>
      </pc:sldChg>
      <pc:sldChg chg="modSp add mod">
        <pc:chgData name="Rachaita Dutta" userId="f22006c0bb25b989" providerId="LiveId" clId="{FB0DC630-F55C-4724-9BD2-0C4F2FC875F3}" dt="2025-09-08T17:15:16.367" v="1516" actId="207"/>
        <pc:sldMkLst>
          <pc:docMk/>
          <pc:sldMk cId="3252665657" sldId="331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9/12/2025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9/12/2025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199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1pPr>
    <a:lvl2pPr marL="457100" algn="l" defTabSz="914199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2pPr>
    <a:lvl3pPr marL="914199" algn="l" defTabSz="914199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3pPr>
    <a:lvl4pPr marL="1371299" algn="l" defTabSz="914199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4pPr>
    <a:lvl5pPr marL="1828398" algn="l" defTabSz="914199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5pPr>
    <a:lvl6pPr marL="2285498" algn="l" defTabSz="914199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6pPr>
    <a:lvl7pPr marL="2742598" algn="l" defTabSz="914199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7pPr>
    <a:lvl8pPr marL="3199696" algn="l" defTabSz="914199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8pPr>
    <a:lvl9pPr marL="3656795" algn="l" defTabSz="914199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737216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05550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70" y="1841824"/>
            <a:ext cx="4748735" cy="5016188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121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42" y="2334664"/>
            <a:ext cx="2225670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" y="0"/>
            <a:ext cx="5880649" cy="6075135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" y="12"/>
            <a:ext cx="5137691" cy="3723308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8" y="914400"/>
            <a:ext cx="10360151" cy="5029200"/>
          </a:xfrm>
        </p:spPr>
        <p:txBody>
          <a:bodyPr anchor="ctr"/>
          <a:lstStyle>
            <a:lvl1pPr algn="ctr">
              <a:defRPr sz="4799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" y="180443"/>
            <a:ext cx="5327858" cy="3001485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8" y="5597820"/>
            <a:ext cx="2430115" cy="1294335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1" y="3988571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8" y="914400"/>
            <a:ext cx="5641849" cy="5029200"/>
          </a:xfrm>
        </p:spPr>
        <p:txBody>
          <a:bodyPr anchor="ctr" anchorCtr="0"/>
          <a:lstStyle>
            <a:lvl1pPr algn="l">
              <a:defRPr sz="3203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8" y="1143012"/>
            <a:ext cx="4190998" cy="4679828"/>
          </a:xfrm>
        </p:spPr>
        <p:txBody>
          <a:bodyPr/>
          <a:lstStyle>
            <a:lvl1pPr marL="0" indent="0" algn="r">
              <a:buNone/>
              <a:defRPr sz="2394" cap="all" baseline="0"/>
            </a:lvl1pPr>
            <a:lvl2pPr marL="457013" indent="0" algn="r">
              <a:buNone/>
              <a:defRPr sz="1795">
                <a:latin typeface="+mj-lt"/>
              </a:defRPr>
            </a:lvl2pPr>
            <a:lvl3pPr marL="914036" indent="0" algn="r">
              <a:buNone/>
              <a:defRPr/>
            </a:lvl3pPr>
            <a:lvl4pPr marL="1371048" indent="0" algn="r">
              <a:buNone/>
              <a:defRPr/>
            </a:lvl4pPr>
            <a:lvl5pPr marL="1828071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3" userDrawn="1">
          <p15:clr>
            <a:srgbClr val="FBAE40"/>
          </p15:clr>
        </p15:guide>
        <p15:guide id="2" pos="7271" userDrawn="1">
          <p15:clr>
            <a:srgbClr val="FBAE40"/>
          </p15:clr>
        </p15:guide>
        <p15:guide id="3" pos="409" userDrawn="1">
          <p15:clr>
            <a:srgbClr val="FBAE40"/>
          </p15:clr>
        </p15:guide>
        <p15:guide id="4" orient="horz" pos="503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3" y="914400"/>
            <a:ext cx="5641849" cy="5029200"/>
          </a:xfrm>
        </p:spPr>
        <p:txBody>
          <a:bodyPr anchor="ctr"/>
          <a:lstStyle>
            <a:lvl1pPr>
              <a:lnSpc>
                <a:spcPct val="75000"/>
              </a:lnSpc>
              <a:defRPr sz="4799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9" y="1875315"/>
            <a:ext cx="4727117" cy="4998135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5" y="0"/>
            <a:ext cx="5324717" cy="6417735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3" y="0"/>
            <a:ext cx="4790058" cy="6587070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795"/>
            </a:lvl1pPr>
            <a:lvl2pPr marL="457013" indent="0">
              <a:buNone/>
              <a:defRPr sz="2804"/>
            </a:lvl2pPr>
            <a:lvl3pPr marL="914036" indent="0">
              <a:buNone/>
              <a:defRPr sz="2394"/>
            </a:lvl3pPr>
            <a:lvl4pPr marL="1371048" indent="0">
              <a:buNone/>
              <a:defRPr sz="1995"/>
            </a:lvl4pPr>
            <a:lvl5pPr marL="1828071" indent="0">
              <a:buNone/>
              <a:defRPr sz="1995"/>
            </a:lvl5pPr>
            <a:lvl6pPr marL="2285084" indent="0">
              <a:buNone/>
              <a:defRPr sz="1995"/>
            </a:lvl6pPr>
            <a:lvl7pPr marL="2742107" indent="0">
              <a:buNone/>
              <a:defRPr sz="1995"/>
            </a:lvl7pPr>
            <a:lvl8pPr marL="3199119" indent="0">
              <a:buNone/>
              <a:defRPr sz="1995"/>
            </a:lvl8pPr>
            <a:lvl9pPr marL="3656142" indent="0">
              <a:buNone/>
              <a:defRPr sz="199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9" y="0"/>
            <a:ext cx="5288935" cy="6858000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5" y="-26172"/>
            <a:ext cx="5273225" cy="1169183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51" y="3200880"/>
            <a:ext cx="4200862" cy="3685695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5"/>
          </a:xfrm>
        </p:spPr>
        <p:txBody>
          <a:bodyPr anchor="b"/>
          <a:lstStyle>
            <a:lvl1pPr>
              <a:lnSpc>
                <a:spcPct val="75000"/>
              </a:lnSpc>
              <a:defRPr sz="4799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" y="261780"/>
            <a:ext cx="5046135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1995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5" y="4681725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394" b="0" cap="all" baseline="0"/>
            </a:lvl1pPr>
            <a:lvl2pPr>
              <a:defRPr sz="2394"/>
            </a:lvl2pPr>
            <a:lvl3pPr>
              <a:defRPr sz="2394"/>
            </a:lvl3pPr>
            <a:lvl4pPr>
              <a:defRPr sz="2394"/>
            </a:lvl4pPr>
            <a:lvl5pPr>
              <a:defRPr sz="2394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8" y="5209699"/>
            <a:ext cx="3221255" cy="1682468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sz="2121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sz="2121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2" y="914400"/>
            <a:ext cx="7534657" cy="914400"/>
          </a:xfrm>
        </p:spPr>
        <p:txBody>
          <a:bodyPr anchor="b" anchorCtr="0"/>
          <a:lstStyle>
            <a:lvl1pPr>
              <a:defRPr sz="3203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3" y="5010315"/>
            <a:ext cx="3307890" cy="1876020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8" y="4650285"/>
            <a:ext cx="1859769" cy="2207715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83" y="2130046"/>
            <a:ext cx="5509163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3" y="2039126"/>
            <a:ext cx="7150609" cy="3356573"/>
          </a:xfrm>
        </p:spPr>
        <p:txBody>
          <a:bodyPr>
            <a:normAutofit/>
          </a:bodyPr>
          <a:lstStyle>
            <a:lvl1pPr>
              <a:defRPr sz="1995"/>
            </a:lvl1pPr>
            <a:lvl2pPr>
              <a:defRPr sz="1795"/>
            </a:lvl2pPr>
            <a:lvl3pPr>
              <a:defRPr sz="1596"/>
            </a:lvl3pPr>
            <a:lvl4pPr>
              <a:defRPr sz="1397"/>
            </a:lvl4pPr>
            <a:lvl5pPr>
              <a:defRPr sz="139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2" y="5879817"/>
            <a:ext cx="661417" cy="895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394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" y="0"/>
            <a:ext cx="3216357" cy="3480450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121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8" y="1618827"/>
            <a:ext cx="3154525" cy="5229818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188"/>
          <a:stretch>
            <a:fillRect/>
          </a:stretch>
        </p:blipFill>
        <p:spPr>
          <a:xfrm>
            <a:off x="0" y="2673015"/>
            <a:ext cx="1697024" cy="1898715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0"/>
            <a:ext cx="2476444" cy="3377250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4" y="914411"/>
            <a:ext cx="10360151" cy="2843783"/>
          </a:xfrm>
        </p:spPr>
        <p:txBody>
          <a:bodyPr anchor="b" anchorCtr="0"/>
          <a:lstStyle>
            <a:lvl1pPr algn="ctr">
              <a:defRPr sz="4799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7" y="3825889"/>
            <a:ext cx="8109771" cy="264477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394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3" userDrawn="1">
          <p15:clr>
            <a:srgbClr val="FBAE40"/>
          </p15:clr>
        </p15:guide>
        <p15:guide id="2" pos="7271" userDrawn="1">
          <p15:clr>
            <a:srgbClr val="FBAE40"/>
          </p15:clr>
        </p15:guide>
        <p15:guide id="3" pos="409" userDrawn="1">
          <p15:clr>
            <a:srgbClr val="FBAE40"/>
          </p15:clr>
        </p15:guide>
        <p15:guide id="4" orient="horz" pos="503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4" y="914400"/>
            <a:ext cx="10360151" cy="914400"/>
          </a:xfrm>
        </p:spPr>
        <p:txBody>
          <a:bodyPr anchor="b" anchorCtr="0"/>
          <a:lstStyle>
            <a:lvl1pPr>
              <a:defRPr sz="3203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3" y="2039127"/>
            <a:ext cx="4576953" cy="3877058"/>
          </a:xfrm>
        </p:spPr>
        <p:txBody>
          <a:bodyPr>
            <a:normAutofit/>
          </a:bodyPr>
          <a:lstStyle>
            <a:lvl1pPr marL="0" indent="0">
              <a:buNone/>
              <a:defRPr sz="1995"/>
            </a:lvl1pPr>
            <a:lvl2pPr marL="228512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2pPr>
            <a:lvl3pPr marL="685524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3pPr>
            <a:lvl4pPr marL="1142547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4pPr>
            <a:lvl5pPr marL="1599560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9" y="2039127"/>
            <a:ext cx="4576953" cy="3877058"/>
          </a:xfrm>
        </p:spPr>
        <p:txBody>
          <a:bodyPr>
            <a:normAutofit/>
          </a:bodyPr>
          <a:lstStyle>
            <a:lvl1pPr marL="0" indent="0">
              <a:buNone/>
              <a:defRPr sz="1995"/>
            </a:lvl1pPr>
            <a:lvl2pPr marL="228512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2pPr>
            <a:lvl3pPr marL="685524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3pPr>
            <a:lvl4pPr marL="1142547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4pPr>
            <a:lvl5pPr marL="1599560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5"/>
            <a:ext cx="4707470" cy="978195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501" y="0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121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2" y="5879817"/>
            <a:ext cx="661417" cy="895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394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3" userDrawn="1">
          <p15:clr>
            <a:srgbClr val="FBAE40"/>
          </p15:clr>
        </p15:guide>
        <p15:guide id="2" pos="7271" userDrawn="1">
          <p15:clr>
            <a:srgbClr val="FBAE40"/>
          </p15:clr>
        </p15:guide>
        <p15:guide id="3" pos="409" userDrawn="1">
          <p15:clr>
            <a:srgbClr val="FBAE40"/>
          </p15:clr>
        </p15:guide>
        <p15:guide id="4" orient="horz" pos="503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" y="12"/>
            <a:ext cx="12192000" cy="6800408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sz="2121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sz="2121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4" y="914400"/>
            <a:ext cx="10360151" cy="914400"/>
          </a:xfrm>
        </p:spPr>
        <p:txBody>
          <a:bodyPr anchor="b"/>
          <a:lstStyle>
            <a:lvl1pPr>
              <a:defRPr sz="3203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4" y="2039115"/>
            <a:ext cx="3364991" cy="3904485"/>
          </a:xfrm>
        </p:spPr>
        <p:txBody>
          <a:bodyPr>
            <a:normAutofit/>
          </a:bodyPr>
          <a:lstStyle>
            <a:lvl1pPr marL="228512" indent="-228512">
              <a:buFont typeface="+mj-lt"/>
              <a:buAutoNum type="arabicPeriod"/>
              <a:defRPr sz="1995"/>
            </a:lvl1pPr>
            <a:lvl2pPr marL="685524" indent="-457013">
              <a:spcBef>
                <a:spcPts val="998"/>
              </a:spcBef>
              <a:buFont typeface="+mj-lt"/>
              <a:buAutoNum type="alphaLcPeriod"/>
              <a:defRPr sz="1995"/>
            </a:lvl2pPr>
            <a:lvl3pPr marL="914036" indent="-457013">
              <a:spcBef>
                <a:spcPts val="998"/>
              </a:spcBef>
              <a:buFont typeface="+mj-lt"/>
              <a:buAutoNum type="arabicParenR"/>
              <a:defRPr sz="1995"/>
            </a:lvl3pPr>
            <a:lvl4pPr marL="1142547" indent="-457013">
              <a:spcBef>
                <a:spcPts val="998"/>
              </a:spcBef>
              <a:buFont typeface="+mj-lt"/>
              <a:buAutoNum type="alphaLcParenR"/>
              <a:defRPr sz="1995"/>
            </a:lvl4pPr>
            <a:lvl5pPr marL="1142547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5"/>
            <a:ext cx="6537960" cy="3904485"/>
          </a:xfrm>
        </p:spPr>
        <p:txBody>
          <a:bodyPr>
            <a:normAutofit/>
          </a:bodyPr>
          <a:lstStyle>
            <a:lvl1pPr marL="0" indent="0">
              <a:buNone/>
              <a:defRPr sz="1995"/>
            </a:lvl1pPr>
            <a:lvl2pPr marL="228512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2pPr>
            <a:lvl3pPr marL="685524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3pPr>
            <a:lvl4pPr marL="1142547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4pPr>
            <a:lvl5pPr marL="1599560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2" y="5879817"/>
            <a:ext cx="661417" cy="895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394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2"/>
            <a:ext cx="4303817" cy="6100298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34" y="3184878"/>
            <a:ext cx="3027833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2" y="914400"/>
            <a:ext cx="7534657" cy="914400"/>
          </a:xfrm>
        </p:spPr>
        <p:txBody>
          <a:bodyPr anchor="b" anchorCtr="0"/>
          <a:lstStyle>
            <a:lvl1pPr>
              <a:defRPr sz="320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404" y="2039115"/>
            <a:ext cx="5650991" cy="3904485"/>
          </a:xfrm>
        </p:spPr>
        <p:txBody>
          <a:bodyPr>
            <a:normAutofit/>
          </a:bodyPr>
          <a:lstStyle>
            <a:lvl1pPr marL="0" indent="0">
              <a:buNone/>
              <a:defRPr sz="1995"/>
            </a:lvl1pPr>
            <a:lvl2pPr marL="228512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2pPr>
            <a:lvl3pPr marL="685524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3pPr>
            <a:lvl4pPr marL="1142547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4pPr>
            <a:lvl5pPr marL="1599560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8" y="-20742"/>
            <a:ext cx="4589511" cy="6555023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1995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2" y="5879817"/>
            <a:ext cx="661417" cy="895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394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3" userDrawn="1">
          <p15:clr>
            <a:srgbClr val="FBAE40"/>
          </p15:clr>
        </p15:guide>
        <p15:guide id="2" pos="7271" userDrawn="1">
          <p15:clr>
            <a:srgbClr val="FBAE40"/>
          </p15:clr>
        </p15:guide>
        <p15:guide id="3" pos="409" userDrawn="1">
          <p15:clr>
            <a:srgbClr val="FBAE40"/>
          </p15:clr>
        </p15:guide>
        <p15:guide id="4" orient="horz" pos="503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52" y="-93863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121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28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" y="12"/>
            <a:ext cx="3097831" cy="2532428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8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4" y="914400"/>
            <a:ext cx="10360151" cy="914400"/>
          </a:xfrm>
        </p:spPr>
        <p:txBody>
          <a:bodyPr anchor="b" anchorCtr="0"/>
          <a:lstStyle>
            <a:lvl1pPr>
              <a:defRPr sz="320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404" y="2039108"/>
            <a:ext cx="2816351" cy="3840480"/>
          </a:xfrm>
        </p:spPr>
        <p:txBody>
          <a:bodyPr>
            <a:normAutofit/>
          </a:bodyPr>
          <a:lstStyle>
            <a:lvl1pPr marL="0" indent="0">
              <a:buNone/>
              <a:defRPr sz="1995"/>
            </a:lvl1pPr>
            <a:lvl2pPr marL="228512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2pPr>
            <a:lvl3pPr marL="685524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3pPr>
            <a:lvl4pPr marL="1142547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4pPr>
            <a:lvl5pPr marL="1599560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08"/>
            <a:ext cx="6949440" cy="3840480"/>
          </a:xfrm>
        </p:spPr>
        <p:txBody>
          <a:bodyPr>
            <a:normAutofit/>
          </a:bodyPr>
          <a:lstStyle>
            <a:lvl1pPr marL="228512" indent="-228512">
              <a:buFont typeface="Courier New" panose="02070309020205020404" pitchFamily="49" charset="0"/>
              <a:buChar char="o"/>
              <a:defRPr sz="1995"/>
            </a:lvl1pPr>
            <a:lvl2pPr marL="685524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2pPr>
            <a:lvl3pPr marL="1142547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3pPr>
            <a:lvl4pPr marL="1599560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4pPr>
            <a:lvl5pPr marL="2056572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2" y="5879817"/>
            <a:ext cx="661417" cy="895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394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3" userDrawn="1">
          <p15:clr>
            <a:srgbClr val="FBAE40"/>
          </p15:clr>
        </p15:guide>
        <p15:guide id="2" pos="7271" userDrawn="1">
          <p15:clr>
            <a:srgbClr val="FBAE40"/>
          </p15:clr>
        </p15:guide>
        <p15:guide id="3" pos="409" userDrawn="1">
          <p15:clr>
            <a:srgbClr val="FBAE40"/>
          </p15:clr>
        </p15:guide>
        <p15:guide id="4" orient="horz" pos="503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2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4" y="-30585"/>
            <a:ext cx="5047482" cy="6915255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4" y="914400"/>
            <a:ext cx="10360151" cy="914400"/>
          </a:xfrm>
        </p:spPr>
        <p:txBody>
          <a:bodyPr anchor="b" anchorCtr="0"/>
          <a:lstStyle>
            <a:lvl1pPr>
              <a:defRPr sz="3203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2039108"/>
            <a:ext cx="6729984" cy="3840480"/>
          </a:xfrm>
        </p:spPr>
        <p:txBody>
          <a:bodyPr>
            <a:normAutofit/>
          </a:bodyPr>
          <a:lstStyle>
            <a:lvl1pPr marL="228512" indent="-228512">
              <a:buFont typeface="Courier New" panose="02070309020205020404" pitchFamily="49" charset="0"/>
              <a:buChar char="o"/>
              <a:defRPr sz="1995" cap="all" baseline="0"/>
            </a:lvl1pPr>
            <a:lvl2pPr marL="685524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2pPr>
            <a:lvl3pPr marL="1142547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3pPr>
            <a:lvl4pPr marL="1599560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4pPr>
            <a:lvl5pPr marL="2056572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4" y="2039108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1995"/>
            </a:lvl1pPr>
            <a:lvl2pPr marL="228512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2pPr>
            <a:lvl3pPr marL="685524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3pPr>
            <a:lvl4pPr marL="1142547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4pPr>
            <a:lvl5pPr marL="1599560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2" y="5879817"/>
            <a:ext cx="661417" cy="895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394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3" userDrawn="1">
          <p15:clr>
            <a:srgbClr val="FBAE40"/>
          </p15:clr>
        </p15:guide>
        <p15:guide id="2" pos="7271" userDrawn="1">
          <p15:clr>
            <a:srgbClr val="FBAE40"/>
          </p15:clr>
        </p15:guide>
        <p15:guide id="3" pos="409" userDrawn="1">
          <p15:clr>
            <a:srgbClr val="FBAE40"/>
          </p15:clr>
        </p15:guide>
        <p15:guide id="4" orient="horz" pos="503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5"/>
            <a:ext cx="12192000" cy="3586575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1" y="11"/>
            <a:ext cx="5362677" cy="590063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4" y="914400"/>
            <a:ext cx="10360151" cy="914400"/>
          </a:xfrm>
        </p:spPr>
        <p:txBody>
          <a:bodyPr anchor="b" anchorCtr="0"/>
          <a:lstStyle>
            <a:lvl1pPr>
              <a:defRPr sz="3203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3" y="2039119"/>
            <a:ext cx="10360025" cy="3374138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2" y="5879817"/>
            <a:ext cx="661417" cy="895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394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3" userDrawn="1">
          <p15:clr>
            <a:srgbClr val="FBAE40"/>
          </p15:clr>
        </p15:guide>
        <p15:guide id="2" pos="7271" userDrawn="1">
          <p15:clr>
            <a:srgbClr val="FBAE40"/>
          </p15:clr>
        </p15:guide>
        <p15:guide id="3" pos="409" userDrawn="1">
          <p15:clr>
            <a:srgbClr val="FBAE40"/>
          </p15:clr>
        </p15:guide>
        <p15:guide id="4" orient="horz" pos="503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2" y="3001414"/>
            <a:ext cx="3865902" cy="3856598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121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" y="0"/>
            <a:ext cx="4267591" cy="2882745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72" y="1187809"/>
            <a:ext cx="1678578" cy="546056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3" y="914400"/>
            <a:ext cx="5641849" cy="5029200"/>
          </a:xfrm>
        </p:spPr>
        <p:txBody>
          <a:bodyPr anchor="ctr"/>
          <a:lstStyle>
            <a:lvl1pPr algn="l">
              <a:defRPr sz="4799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60" y="914400"/>
            <a:ext cx="3867911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1995" cap="all" baseline="0"/>
            </a:lvl1pPr>
            <a:lvl2pPr marL="0" indent="0">
              <a:spcBef>
                <a:spcPts val="998"/>
              </a:spcBef>
              <a:buFont typeface="Courier New" panose="02070309020205020404" pitchFamily="49" charset="0"/>
              <a:buNone/>
              <a:defRPr sz="1995"/>
            </a:lvl2pPr>
            <a:lvl3pPr marL="685524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3pPr>
            <a:lvl4pPr marL="1142547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4pPr>
            <a:lvl5pPr marL="1599560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8" y="5209699"/>
            <a:ext cx="3221255" cy="1682468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sz="2121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sz="2121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5" y="4321740"/>
            <a:ext cx="1859769" cy="2536260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2" y="5879817"/>
            <a:ext cx="661417" cy="895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394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2" y="365123"/>
            <a:ext cx="10515600" cy="13255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825627"/>
            <a:ext cx="10515600" cy="4351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4" y="6464817"/>
            <a:ext cx="987551" cy="310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97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7" y="6464817"/>
            <a:ext cx="3438144" cy="310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97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2" y="5879817"/>
            <a:ext cx="661417" cy="895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394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8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036" rtl="0" eaLnBrk="1" latinLnBrk="0" hangingPunct="1">
        <a:lnSpc>
          <a:spcPct val="90000"/>
        </a:lnSpc>
        <a:spcBef>
          <a:spcPct val="0"/>
        </a:spcBef>
        <a:buNone/>
        <a:defRPr sz="599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12" indent="-228512" algn="l" defTabSz="914036" rtl="0" eaLnBrk="1" latinLnBrk="0" hangingPunct="1">
        <a:lnSpc>
          <a:spcPct val="90000"/>
        </a:lnSpc>
        <a:spcBef>
          <a:spcPts val="998"/>
        </a:spcBef>
        <a:buFont typeface="Arial" panose="020B0604020202020204" pitchFamily="34" charset="0"/>
        <a:buChar char="•"/>
        <a:defRPr sz="2804" kern="1200">
          <a:solidFill>
            <a:schemeClr val="tx1"/>
          </a:solidFill>
          <a:latin typeface="+mn-lt"/>
          <a:ea typeface="+mn-ea"/>
          <a:cs typeface="+mn-cs"/>
        </a:defRPr>
      </a:lvl1pPr>
      <a:lvl2pPr marL="685524" indent="-228512" algn="l" defTabSz="914036" rtl="0" eaLnBrk="1" latinLnBrk="0" hangingPunct="1">
        <a:lnSpc>
          <a:spcPct val="90000"/>
        </a:lnSpc>
        <a:spcBef>
          <a:spcPts val="504"/>
        </a:spcBef>
        <a:buFont typeface="Arial" panose="020B0604020202020204" pitchFamily="34" charset="0"/>
        <a:buChar char="•"/>
        <a:defRPr sz="2394" kern="1200">
          <a:solidFill>
            <a:schemeClr val="tx1"/>
          </a:solidFill>
          <a:latin typeface="+mn-lt"/>
          <a:ea typeface="+mn-ea"/>
          <a:cs typeface="+mn-cs"/>
        </a:defRPr>
      </a:lvl2pPr>
      <a:lvl3pPr marL="1142547" indent="-228512" algn="l" defTabSz="914036" rtl="0" eaLnBrk="1" latinLnBrk="0" hangingPunct="1">
        <a:lnSpc>
          <a:spcPct val="90000"/>
        </a:lnSpc>
        <a:spcBef>
          <a:spcPts val="504"/>
        </a:spcBef>
        <a:buFont typeface="Arial" panose="020B0604020202020204" pitchFamily="34" charset="0"/>
        <a:buChar char="•"/>
        <a:defRPr sz="1995" kern="1200">
          <a:solidFill>
            <a:schemeClr val="tx1"/>
          </a:solidFill>
          <a:latin typeface="+mn-lt"/>
          <a:ea typeface="+mn-ea"/>
          <a:cs typeface="+mn-cs"/>
        </a:defRPr>
      </a:lvl3pPr>
      <a:lvl4pPr marL="1599560" indent="-228512" algn="l" defTabSz="914036" rtl="0" eaLnBrk="1" latinLnBrk="0" hangingPunct="1">
        <a:lnSpc>
          <a:spcPct val="90000"/>
        </a:lnSpc>
        <a:spcBef>
          <a:spcPts val="504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4pPr>
      <a:lvl5pPr marL="2056572" indent="-228512" algn="l" defTabSz="914036" rtl="0" eaLnBrk="1" latinLnBrk="0" hangingPunct="1">
        <a:lnSpc>
          <a:spcPct val="90000"/>
        </a:lnSpc>
        <a:spcBef>
          <a:spcPts val="504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5pPr>
      <a:lvl6pPr marL="2513595" indent="-228512" algn="l" defTabSz="914036" rtl="0" eaLnBrk="1" latinLnBrk="0" hangingPunct="1">
        <a:lnSpc>
          <a:spcPct val="90000"/>
        </a:lnSpc>
        <a:spcBef>
          <a:spcPts val="504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6pPr>
      <a:lvl7pPr marL="2970608" indent="-228512" algn="l" defTabSz="914036" rtl="0" eaLnBrk="1" latinLnBrk="0" hangingPunct="1">
        <a:lnSpc>
          <a:spcPct val="90000"/>
        </a:lnSpc>
        <a:spcBef>
          <a:spcPts val="504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7pPr>
      <a:lvl8pPr marL="3427631" indent="-228512" algn="l" defTabSz="914036" rtl="0" eaLnBrk="1" latinLnBrk="0" hangingPunct="1">
        <a:lnSpc>
          <a:spcPct val="90000"/>
        </a:lnSpc>
        <a:spcBef>
          <a:spcPts val="504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8pPr>
      <a:lvl9pPr marL="3884643" indent="-228512" algn="l" defTabSz="914036" rtl="0" eaLnBrk="1" latinLnBrk="0" hangingPunct="1">
        <a:lnSpc>
          <a:spcPct val="90000"/>
        </a:lnSpc>
        <a:spcBef>
          <a:spcPts val="504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036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1pPr>
      <a:lvl2pPr marL="457013" algn="l" defTabSz="914036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2pPr>
      <a:lvl3pPr marL="914036" algn="l" defTabSz="914036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3pPr>
      <a:lvl4pPr marL="1371048" algn="l" defTabSz="914036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4pPr>
      <a:lvl5pPr marL="1828071" algn="l" defTabSz="914036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5pPr>
      <a:lvl6pPr marL="2285084" algn="l" defTabSz="914036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6pPr>
      <a:lvl7pPr marL="2742107" algn="l" defTabSz="914036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7pPr>
      <a:lvl8pPr marL="3199119" algn="l" defTabSz="914036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8pPr>
      <a:lvl9pPr marL="3656142" algn="l" defTabSz="914036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5957" y="722410"/>
            <a:ext cx="10360151" cy="5029196"/>
          </a:xfrm>
        </p:spPr>
        <p:txBody>
          <a:bodyPr anchor="ctr"/>
          <a:lstStyle/>
          <a:p>
            <a:r>
              <a:rPr lang="en-US" sz="5397" dirty="0"/>
              <a:t>Privilege escalation attacks</a:t>
            </a:r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C41EFBC-7DFC-0780-98C6-8B28503351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" y="164592"/>
            <a:ext cx="12192002" cy="37033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70A3EF5-752C-B48F-627D-E7CAB69715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027486"/>
            <a:ext cx="12192000" cy="2665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324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96F5E6C-4045-DC83-E665-A7593CF962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241" y="628822"/>
            <a:ext cx="11608397" cy="5442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461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A56A4F1-0479-1EE0-F8BB-86885997DB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537" y="152254"/>
            <a:ext cx="11858925" cy="6367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3119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436A8E-92DE-E991-82EF-ECB0D4A5AF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168" y="177826"/>
            <a:ext cx="11691663" cy="6186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0233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2D382B-4560-4019-F34C-047D143B70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826" y="246888"/>
            <a:ext cx="11799102" cy="5971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1230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EC8126-1BB5-3156-4AA0-2A9BE99F77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070" y="128016"/>
            <a:ext cx="11682137" cy="42519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E50E418-DF52-F6AE-A04A-8DA587BB94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895" y="4379976"/>
            <a:ext cx="11677312" cy="2450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139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AEDA9E-7E6C-773F-B8DB-9F02432C60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23" y="100584"/>
            <a:ext cx="12109154" cy="37033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F86E22C-1AE9-D6AF-5C06-B63D246332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96" y="3803904"/>
            <a:ext cx="12092537" cy="3026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9141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5DC0028-4150-0F89-E59C-F563C67F6C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6DCC38C-603B-CCD0-2914-0BBCD4F4F74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77" y="914434"/>
            <a:ext cx="3867917" cy="5029196"/>
          </a:xfrm>
        </p:spPr>
        <p:txBody>
          <a:bodyPr anchor="ctr"/>
          <a:lstStyle/>
          <a:p>
            <a:r>
              <a:rPr lang="en-US" dirty="0">
                <a:solidFill>
                  <a:srgbClr val="3366CC"/>
                </a:solidFill>
              </a:rPr>
              <a:t>Dr. Rachaita Dutta</a:t>
            </a:r>
          </a:p>
          <a:p>
            <a:r>
              <a:rPr lang="en-US" dirty="0">
                <a:solidFill>
                  <a:srgbClr val="3366CC"/>
                </a:solidFill>
              </a:rPr>
              <a:t>Assistant professor</a:t>
            </a:r>
          </a:p>
          <a:p>
            <a:r>
              <a:rPr lang="en-US" dirty="0">
                <a:solidFill>
                  <a:srgbClr val="3366CC"/>
                </a:solidFill>
              </a:rPr>
              <a:t>Dept. of </a:t>
            </a:r>
            <a:r>
              <a:rPr lang="en-US" dirty="0" err="1">
                <a:solidFill>
                  <a:srgbClr val="3366CC"/>
                </a:solidFill>
              </a:rPr>
              <a:t>mca</a:t>
            </a:r>
            <a:endParaRPr lang="en-US" dirty="0">
              <a:solidFill>
                <a:srgbClr val="3366CC"/>
              </a:solidFill>
            </a:endParaRPr>
          </a:p>
          <a:p>
            <a:pPr lvl="1"/>
            <a:r>
              <a:rPr lang="en-US" dirty="0">
                <a:solidFill>
                  <a:srgbClr val="3366CC"/>
                </a:solidFill>
              </a:rPr>
              <a:t>9007223301</a:t>
            </a:r>
          </a:p>
          <a:p>
            <a:pPr lvl="1"/>
            <a:r>
              <a:rPr lang="en-US" dirty="0">
                <a:solidFill>
                  <a:srgbClr val="3366CC"/>
                </a:solidFill>
              </a:rPr>
              <a:t>rachaitadutta@my.amrita.edu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82850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{B98133CB-3674-4F35-B50A-DE48D38308D6}tf11964407_win32</Template>
  <TotalTime>25345</TotalTime>
  <Words>26</Words>
  <Application>Microsoft Office PowerPoint</Application>
  <PresentationFormat>Widescreen</PresentationFormat>
  <Paragraphs>10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Courier New</vt:lpstr>
      <vt:lpstr>Gill Sans Nova Light</vt:lpstr>
      <vt:lpstr>Sagona Book</vt:lpstr>
      <vt:lpstr>Custom</vt:lpstr>
      <vt:lpstr>Privilege escalation attacks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Rachaita Dutta</dc:creator>
  <cp:lastModifiedBy>Rachaita Dutta</cp:lastModifiedBy>
  <cp:revision>1</cp:revision>
  <dcterms:created xsi:type="dcterms:W3CDTF">2025-07-21T05:05:59Z</dcterms:created>
  <dcterms:modified xsi:type="dcterms:W3CDTF">2025-09-12T17:21:46Z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