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8"/>
  </p:notesMasterIdLst>
  <p:handoutMasterIdLst>
    <p:handoutMasterId r:id="rId39"/>
  </p:handoutMasterIdLst>
  <p:sldIdLst>
    <p:sldId id="317" r:id="rId5"/>
    <p:sldId id="308" r:id="rId6"/>
    <p:sldId id="318" r:id="rId7"/>
    <p:sldId id="319" r:id="rId8"/>
    <p:sldId id="320" r:id="rId9"/>
    <p:sldId id="321" r:id="rId10"/>
    <p:sldId id="322" r:id="rId11"/>
    <p:sldId id="323" r:id="rId12"/>
    <p:sldId id="324" r:id="rId13"/>
    <p:sldId id="325" r:id="rId14"/>
    <p:sldId id="326" r:id="rId15"/>
    <p:sldId id="327" r:id="rId16"/>
    <p:sldId id="328" r:id="rId17"/>
    <p:sldId id="329" r:id="rId18"/>
    <p:sldId id="330" r:id="rId19"/>
    <p:sldId id="331" r:id="rId20"/>
    <p:sldId id="332" r:id="rId21"/>
    <p:sldId id="333" r:id="rId22"/>
    <p:sldId id="334" r:id="rId23"/>
    <p:sldId id="335" r:id="rId24"/>
    <p:sldId id="336" r:id="rId25"/>
    <p:sldId id="337" r:id="rId26"/>
    <p:sldId id="340" r:id="rId27"/>
    <p:sldId id="338" r:id="rId28"/>
    <p:sldId id="339" r:id="rId29"/>
    <p:sldId id="341" r:id="rId30"/>
    <p:sldId id="342" r:id="rId31"/>
    <p:sldId id="343" r:id="rId32"/>
    <p:sldId id="344" r:id="rId33"/>
    <p:sldId id="345" r:id="rId34"/>
    <p:sldId id="347" r:id="rId35"/>
    <p:sldId id="346" r:id="rId36"/>
    <p:sldId id="304" r:id="rId37"/>
  </p:sldIdLst>
  <p:sldSz cx="12192000" cy="6858000"/>
  <p:notesSz cx="6858000" cy="9144000"/>
  <p:defaultTextStyle>
    <a:defPPr>
      <a:defRPr lang="en-US"/>
    </a:defPPr>
    <a:lvl1pPr marL="0" algn="l" defTabSz="914199" rtl="0" eaLnBrk="1" latinLnBrk="0" hangingPunct="1">
      <a:defRPr sz="1801" kern="1200">
        <a:solidFill>
          <a:schemeClr val="tx1"/>
        </a:solidFill>
        <a:latin typeface="+mn-lt"/>
        <a:ea typeface="+mn-ea"/>
        <a:cs typeface="+mn-cs"/>
      </a:defRPr>
    </a:lvl1pPr>
    <a:lvl2pPr marL="457100" algn="l" defTabSz="914199" rtl="0" eaLnBrk="1" latinLnBrk="0" hangingPunct="1">
      <a:defRPr sz="1801" kern="1200">
        <a:solidFill>
          <a:schemeClr val="tx1"/>
        </a:solidFill>
        <a:latin typeface="+mn-lt"/>
        <a:ea typeface="+mn-ea"/>
        <a:cs typeface="+mn-cs"/>
      </a:defRPr>
    </a:lvl2pPr>
    <a:lvl3pPr marL="914199" algn="l" defTabSz="914199" rtl="0" eaLnBrk="1" latinLnBrk="0" hangingPunct="1">
      <a:defRPr sz="1801" kern="1200">
        <a:solidFill>
          <a:schemeClr val="tx1"/>
        </a:solidFill>
        <a:latin typeface="+mn-lt"/>
        <a:ea typeface="+mn-ea"/>
        <a:cs typeface="+mn-cs"/>
      </a:defRPr>
    </a:lvl3pPr>
    <a:lvl4pPr marL="1371299" algn="l" defTabSz="914199" rtl="0" eaLnBrk="1" latinLnBrk="0" hangingPunct="1">
      <a:defRPr sz="1801" kern="1200">
        <a:solidFill>
          <a:schemeClr val="tx1"/>
        </a:solidFill>
        <a:latin typeface="+mn-lt"/>
        <a:ea typeface="+mn-ea"/>
        <a:cs typeface="+mn-cs"/>
      </a:defRPr>
    </a:lvl4pPr>
    <a:lvl5pPr marL="1828398" algn="l" defTabSz="914199" rtl="0" eaLnBrk="1" latinLnBrk="0" hangingPunct="1">
      <a:defRPr sz="1801" kern="1200">
        <a:solidFill>
          <a:schemeClr val="tx1"/>
        </a:solidFill>
        <a:latin typeface="+mn-lt"/>
        <a:ea typeface="+mn-ea"/>
        <a:cs typeface="+mn-cs"/>
      </a:defRPr>
    </a:lvl5pPr>
    <a:lvl6pPr marL="2285498" algn="l" defTabSz="914199" rtl="0" eaLnBrk="1" latinLnBrk="0" hangingPunct="1">
      <a:defRPr sz="1801" kern="1200">
        <a:solidFill>
          <a:schemeClr val="tx1"/>
        </a:solidFill>
        <a:latin typeface="+mn-lt"/>
        <a:ea typeface="+mn-ea"/>
        <a:cs typeface="+mn-cs"/>
      </a:defRPr>
    </a:lvl6pPr>
    <a:lvl7pPr marL="2742598" algn="l" defTabSz="914199" rtl="0" eaLnBrk="1" latinLnBrk="0" hangingPunct="1">
      <a:defRPr sz="1801" kern="1200">
        <a:solidFill>
          <a:schemeClr val="tx1"/>
        </a:solidFill>
        <a:latin typeface="+mn-lt"/>
        <a:ea typeface="+mn-ea"/>
        <a:cs typeface="+mn-cs"/>
      </a:defRPr>
    </a:lvl7pPr>
    <a:lvl8pPr marL="3199696" algn="l" defTabSz="914199" rtl="0" eaLnBrk="1" latinLnBrk="0" hangingPunct="1">
      <a:defRPr sz="1801" kern="1200">
        <a:solidFill>
          <a:schemeClr val="tx1"/>
        </a:solidFill>
        <a:latin typeface="+mn-lt"/>
        <a:ea typeface="+mn-ea"/>
        <a:cs typeface="+mn-cs"/>
      </a:defRPr>
    </a:lvl8pPr>
    <a:lvl9pPr marL="3656795" algn="l" defTabSz="914199" rtl="0" eaLnBrk="1" latinLnBrk="0" hangingPunct="1">
      <a:defRPr sz="180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5" userDrawn="1">
          <p15:clr>
            <a:srgbClr val="A4A3A4"/>
          </p15:clr>
        </p15:guide>
        <p15:guide id="2" pos="3864" userDrawn="1">
          <p15:clr>
            <a:srgbClr val="A4A3A4"/>
          </p15:clr>
        </p15:guide>
        <p15:guide id="3" orient="horz" pos="1275" userDrawn="1">
          <p15:clr>
            <a:srgbClr val="A4A3A4"/>
          </p15:clr>
        </p15:guide>
        <p15:guide id="4" orient="horz" pos="2310" userDrawn="1">
          <p15:clr>
            <a:srgbClr val="A4A3A4"/>
          </p15:clr>
        </p15:guide>
        <p15:guide id="5" orient="horz" pos="1943" userDrawn="1">
          <p15:clr>
            <a:srgbClr val="A4A3A4"/>
          </p15:clr>
        </p15:guide>
        <p15:guide id="6" orient="horz" pos="2325"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7D58"/>
    <a:srgbClr val="CE3665"/>
    <a:srgbClr val="442DEF"/>
    <a:srgbClr val="7D0B47"/>
    <a:srgbClr val="831105"/>
    <a:srgbClr val="961289"/>
    <a:srgbClr val="A69516"/>
    <a:srgbClr val="2F913F"/>
    <a:srgbClr val="F0D614"/>
    <a:srgbClr val="4A88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varScale="1">
        <p:scale>
          <a:sx n="70" d="100"/>
          <a:sy n="70" d="100"/>
        </p:scale>
        <p:origin x="536" y="72"/>
      </p:cViewPr>
      <p:guideLst>
        <p:guide orient="horz" pos="525"/>
        <p:guide pos="3864"/>
        <p:guide orient="horz" pos="1275"/>
        <p:guide orient="horz" pos="2310"/>
        <p:guide orient="horz" pos="1943"/>
        <p:guide orient="horz" pos="2325"/>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chaita Dutta" userId="f22006c0bb25b989" providerId="LiveId" clId="{43D6A120-8338-4105-B7EE-91FFC40EFF88}"/>
    <pc:docChg chg="undo custSel addSld delSld modSld sldOrd">
      <pc:chgData name="Rachaita Dutta" userId="f22006c0bb25b989" providerId="LiveId" clId="{43D6A120-8338-4105-B7EE-91FFC40EFF88}" dt="2025-07-22T12:12:13.239" v="6452" actId="478"/>
      <pc:docMkLst>
        <pc:docMk/>
      </pc:docMkLst>
      <pc:sldChg chg="del">
        <pc:chgData name="Rachaita Dutta" userId="f22006c0bb25b989" providerId="LiveId" clId="{43D6A120-8338-4105-B7EE-91FFC40EFF88}" dt="2025-07-21T10:34:23.490" v="4561" actId="47"/>
        <pc:sldMkLst>
          <pc:docMk/>
          <pc:sldMk cId="1096717490" sldId="263"/>
        </pc:sldMkLst>
      </pc:sldChg>
      <pc:sldChg chg="addSp delSp modSp del mod">
        <pc:chgData name="Rachaita Dutta" userId="f22006c0bb25b989" providerId="LiveId" clId="{43D6A120-8338-4105-B7EE-91FFC40EFF88}" dt="2025-07-21T06:01:38.910" v="823" actId="47"/>
        <pc:sldMkLst>
          <pc:docMk/>
          <pc:sldMk cId="520000563" sldId="278"/>
        </pc:sldMkLst>
      </pc:sldChg>
      <pc:sldChg chg="modSp mod">
        <pc:chgData name="Rachaita Dutta" userId="f22006c0bb25b989" providerId="LiveId" clId="{43D6A120-8338-4105-B7EE-91FFC40EFF88}" dt="2025-07-21T05:21:55.904" v="262" actId="207"/>
        <pc:sldMkLst>
          <pc:docMk/>
          <pc:sldMk cId="586478555" sldId="307"/>
        </pc:sldMkLst>
      </pc:sldChg>
      <pc:sldChg chg="addSp delSp modSp mod">
        <pc:chgData name="Rachaita Dutta" userId="f22006c0bb25b989" providerId="LiveId" clId="{43D6A120-8338-4105-B7EE-91FFC40EFF88}" dt="2025-07-21T05:49:35.811" v="808" actId="115"/>
        <pc:sldMkLst>
          <pc:docMk/>
          <pc:sldMk cId="2222324472" sldId="308"/>
        </pc:sldMkLst>
      </pc:sldChg>
      <pc:sldChg chg="addSp delSp modSp mod">
        <pc:chgData name="Rachaita Dutta" userId="f22006c0bb25b989" providerId="LiveId" clId="{43D6A120-8338-4105-B7EE-91FFC40EFF88}" dt="2025-07-21T09:49:56.584" v="3768" actId="207"/>
        <pc:sldMkLst>
          <pc:docMk/>
          <pc:sldMk cId="1966913227" sldId="309"/>
        </pc:sldMkLst>
      </pc:sldChg>
      <pc:sldChg chg="del">
        <pc:chgData name="Rachaita Dutta" userId="f22006c0bb25b989" providerId="LiveId" clId="{43D6A120-8338-4105-B7EE-91FFC40EFF88}" dt="2025-07-21T10:34:38.371" v="4564" actId="47"/>
        <pc:sldMkLst>
          <pc:docMk/>
          <pc:sldMk cId="4230106960" sldId="310"/>
        </pc:sldMkLst>
      </pc:sldChg>
      <pc:sldChg chg="del">
        <pc:chgData name="Rachaita Dutta" userId="f22006c0bb25b989" providerId="LiveId" clId="{43D6A120-8338-4105-B7EE-91FFC40EFF88}" dt="2025-07-21T10:34:35.464" v="4563" actId="47"/>
        <pc:sldMkLst>
          <pc:docMk/>
          <pc:sldMk cId="3748348926" sldId="311"/>
        </pc:sldMkLst>
      </pc:sldChg>
      <pc:sldChg chg="del">
        <pc:chgData name="Rachaita Dutta" userId="f22006c0bb25b989" providerId="LiveId" clId="{43D6A120-8338-4105-B7EE-91FFC40EFF88}" dt="2025-07-21T08:06:27.501" v="1837" actId="47"/>
        <pc:sldMkLst>
          <pc:docMk/>
          <pc:sldMk cId="859909800" sldId="312"/>
        </pc:sldMkLst>
      </pc:sldChg>
      <pc:sldChg chg="del">
        <pc:chgData name="Rachaita Dutta" userId="f22006c0bb25b989" providerId="LiveId" clId="{43D6A120-8338-4105-B7EE-91FFC40EFF88}" dt="2025-07-21T10:34:30.271" v="4562" actId="47"/>
        <pc:sldMkLst>
          <pc:docMk/>
          <pc:sldMk cId="4132147533" sldId="314"/>
        </pc:sldMkLst>
      </pc:sldChg>
      <pc:sldChg chg="addSp delSp modSp mod ord">
        <pc:chgData name="Rachaita Dutta" userId="f22006c0bb25b989" providerId="LiveId" clId="{43D6A120-8338-4105-B7EE-91FFC40EFF88}" dt="2025-07-22T12:11:09.419" v="6444"/>
        <pc:sldMkLst>
          <pc:docMk/>
          <pc:sldMk cId="3064996118" sldId="315"/>
        </pc:sldMkLst>
      </pc:sldChg>
      <pc:sldChg chg="addSp delSp modSp mod">
        <pc:chgData name="Rachaita Dutta" userId="f22006c0bb25b989" providerId="LiveId" clId="{43D6A120-8338-4105-B7EE-91FFC40EFF88}" dt="2025-07-22T12:10:04.159" v="6436" actId="14100"/>
        <pc:sldMkLst>
          <pc:docMk/>
          <pc:sldMk cId="537809529" sldId="316"/>
        </pc:sldMkLst>
      </pc:sldChg>
      <pc:sldChg chg="addSp delSp modSp add mod">
        <pc:chgData name="Rachaita Dutta" userId="f22006c0bb25b989" providerId="LiveId" clId="{43D6A120-8338-4105-B7EE-91FFC40EFF88}" dt="2025-07-21T08:34:22.133" v="2695" actId="14100"/>
        <pc:sldMkLst>
          <pc:docMk/>
          <pc:sldMk cId="882450772" sldId="318"/>
        </pc:sldMkLst>
      </pc:sldChg>
      <pc:sldChg chg="delSp add del mod">
        <pc:chgData name="Rachaita Dutta" userId="f22006c0bb25b989" providerId="LiveId" clId="{43D6A120-8338-4105-B7EE-91FFC40EFF88}" dt="2025-07-21T09:52:07.663" v="3770" actId="47"/>
        <pc:sldMkLst>
          <pc:docMk/>
          <pc:sldMk cId="2715172811" sldId="319"/>
        </pc:sldMkLst>
      </pc:sldChg>
      <pc:sldChg chg="modSp add mod">
        <pc:chgData name="Rachaita Dutta" userId="f22006c0bb25b989" providerId="LiveId" clId="{43D6A120-8338-4105-B7EE-91FFC40EFF88}" dt="2025-07-21T10:35:23.442" v="4616" actId="20577"/>
        <pc:sldMkLst>
          <pc:docMk/>
          <pc:sldMk cId="1207166195" sldId="320"/>
        </pc:sldMkLst>
      </pc:sldChg>
      <pc:sldChg chg="addSp modSp add mod">
        <pc:chgData name="Rachaita Dutta" userId="f22006c0bb25b989" providerId="LiveId" clId="{43D6A120-8338-4105-B7EE-91FFC40EFF88}" dt="2025-07-21T17:38:24.212" v="5781" actId="1038"/>
        <pc:sldMkLst>
          <pc:docMk/>
          <pc:sldMk cId="710943388" sldId="321"/>
        </pc:sldMkLst>
      </pc:sldChg>
      <pc:sldChg chg="addSp delSp modSp add mod ord">
        <pc:chgData name="Rachaita Dutta" userId="f22006c0bb25b989" providerId="LiveId" clId="{43D6A120-8338-4105-B7EE-91FFC40EFF88}" dt="2025-07-22T12:11:36.175" v="6447"/>
        <pc:sldMkLst>
          <pc:docMk/>
          <pc:sldMk cId="3068126258" sldId="322"/>
        </pc:sldMkLst>
      </pc:sldChg>
      <pc:sldChg chg="delSp modSp add mod">
        <pc:chgData name="Rachaita Dutta" userId="f22006c0bb25b989" providerId="LiveId" clId="{43D6A120-8338-4105-B7EE-91FFC40EFF88}" dt="2025-07-22T12:12:13.239" v="6452" actId="478"/>
        <pc:sldMkLst>
          <pc:docMk/>
          <pc:sldMk cId="1906506350" sldId="323"/>
        </pc:sldMkLst>
      </pc:sldChg>
    </pc:docChg>
  </pc:docChgLst>
  <pc:docChgLst>
    <pc:chgData name="Rachaita Dutta" userId="f22006c0bb25b989" providerId="LiveId" clId="{0FBB7983-2134-4D35-8BA0-D5569169BFB1}"/>
    <pc:docChg chg="undo custSel addSld modSld">
      <pc:chgData name="Rachaita Dutta" userId="f22006c0bb25b989" providerId="LiveId" clId="{0FBB7983-2134-4D35-8BA0-D5569169BFB1}" dt="2025-07-25T05:21:39.755" v="2515" actId="1076"/>
      <pc:docMkLst>
        <pc:docMk/>
      </pc:docMkLst>
      <pc:sldChg chg="modSp mod">
        <pc:chgData name="Rachaita Dutta" userId="f22006c0bb25b989" providerId="LiveId" clId="{0FBB7983-2134-4D35-8BA0-D5569169BFB1}" dt="2025-07-23T14:08:32.415" v="2484" actId="207"/>
        <pc:sldMkLst>
          <pc:docMk/>
          <pc:sldMk cId="2188828507" sldId="304"/>
        </pc:sldMkLst>
      </pc:sldChg>
      <pc:sldChg chg="addSp delSp modSp mod">
        <pc:chgData name="Rachaita Dutta" userId="f22006c0bb25b989" providerId="LiveId" clId="{0FBB7983-2134-4D35-8BA0-D5569169BFB1}" dt="2025-07-25T04:18:08.219" v="2506" actId="1076"/>
        <pc:sldMkLst>
          <pc:docMk/>
          <pc:sldMk cId="3064996118" sldId="315"/>
        </pc:sldMkLst>
      </pc:sldChg>
      <pc:sldChg chg="addSp modSp mod">
        <pc:chgData name="Rachaita Dutta" userId="f22006c0bb25b989" providerId="LiveId" clId="{0FBB7983-2134-4D35-8BA0-D5569169BFB1}" dt="2025-07-22T13:29:24.185" v="29" actId="20577"/>
        <pc:sldMkLst>
          <pc:docMk/>
          <pc:sldMk cId="537809529" sldId="316"/>
        </pc:sldMkLst>
      </pc:sldChg>
      <pc:sldChg chg="modSp mod">
        <pc:chgData name="Rachaita Dutta" userId="f22006c0bb25b989" providerId="LiveId" clId="{0FBB7983-2134-4D35-8BA0-D5569169BFB1}" dt="2025-07-22T13:47:57.367" v="253" actId="20577"/>
        <pc:sldMkLst>
          <pc:docMk/>
          <pc:sldMk cId="710943388" sldId="321"/>
        </pc:sldMkLst>
      </pc:sldChg>
      <pc:sldChg chg="addSp delSp modSp mod">
        <pc:chgData name="Rachaita Dutta" userId="f22006c0bb25b989" providerId="LiveId" clId="{0FBB7983-2134-4D35-8BA0-D5569169BFB1}" dt="2025-07-22T14:55:10.856" v="1119" actId="1035"/>
        <pc:sldMkLst>
          <pc:docMk/>
          <pc:sldMk cId="1906506350" sldId="323"/>
        </pc:sldMkLst>
      </pc:sldChg>
      <pc:sldChg chg="addSp delSp modSp add mod">
        <pc:chgData name="Rachaita Dutta" userId="f22006c0bb25b989" providerId="LiveId" clId="{0FBB7983-2134-4D35-8BA0-D5569169BFB1}" dt="2025-07-25T04:17:28.266" v="2500" actId="1076"/>
        <pc:sldMkLst>
          <pc:docMk/>
          <pc:sldMk cId="1974327970" sldId="324"/>
        </pc:sldMkLst>
      </pc:sldChg>
      <pc:sldChg chg="addSp delSp modSp new mod">
        <pc:chgData name="Rachaita Dutta" userId="f22006c0bb25b989" providerId="LiveId" clId="{0FBB7983-2134-4D35-8BA0-D5569169BFB1}" dt="2025-07-25T05:21:39.755" v="2515" actId="1076"/>
        <pc:sldMkLst>
          <pc:docMk/>
          <pc:sldMk cId="2683570500" sldId="325"/>
        </pc:sldMkLst>
      </pc:sldChg>
    </pc:docChg>
  </pc:docChgLst>
  <pc:docChgLst>
    <pc:chgData name="Rachaita Dutta" userId="f22006c0bb25b989" providerId="LiveId" clId="{C9CC4FF0-0674-4239-A695-D4BB51F3ACF6}"/>
    <pc:docChg chg="undo custSel addSld delSld modSld modMainMaster modNotesMaster">
      <pc:chgData name="Rachaita Dutta" userId="f22006c0bb25b989" providerId="LiveId" clId="{C9CC4FF0-0674-4239-A695-D4BB51F3ACF6}" dt="2025-10-20T04:27:40.059" v="1751" actId="20577"/>
      <pc:docMkLst>
        <pc:docMk/>
      </pc:docMkLst>
      <pc:sldChg chg="modSp modNotes">
        <pc:chgData name="Rachaita Dutta" userId="f22006c0bb25b989" providerId="LiveId" clId="{C9CC4FF0-0674-4239-A695-D4BB51F3ACF6}" dt="2025-09-12T17:01:20.260" v="630"/>
        <pc:sldMkLst>
          <pc:docMk/>
          <pc:sldMk cId="2188828507" sldId="304"/>
        </pc:sldMkLst>
      </pc:sldChg>
      <pc:sldChg chg="addSp delSp modSp mod modNotes">
        <pc:chgData name="Rachaita Dutta" userId="f22006c0bb25b989" providerId="LiveId" clId="{C9CC4FF0-0674-4239-A695-D4BB51F3ACF6}" dt="2025-10-12T09:23:32.483" v="1213" actId="14100"/>
        <pc:sldMkLst>
          <pc:docMk/>
          <pc:sldMk cId="2222324472" sldId="308"/>
        </pc:sldMkLst>
        <pc:picChg chg="add mod">
          <ac:chgData name="Rachaita Dutta" userId="f22006c0bb25b989" providerId="LiveId" clId="{C9CC4FF0-0674-4239-A695-D4BB51F3ACF6}" dt="2025-10-12T09:23:26.706" v="1211" actId="1076"/>
          <ac:picMkLst>
            <pc:docMk/>
            <pc:sldMk cId="2222324472" sldId="308"/>
            <ac:picMk id="4" creationId="{709FD96D-33B1-EB55-A18E-847E42E248C7}"/>
          </ac:picMkLst>
        </pc:picChg>
        <pc:picChg chg="add mod">
          <ac:chgData name="Rachaita Dutta" userId="f22006c0bb25b989" providerId="LiveId" clId="{C9CC4FF0-0674-4239-A695-D4BB51F3ACF6}" dt="2025-10-12T09:23:32.483" v="1213" actId="14100"/>
          <ac:picMkLst>
            <pc:docMk/>
            <pc:sldMk cId="2222324472" sldId="308"/>
            <ac:picMk id="7" creationId="{6742CAA6-B37D-F231-78CA-23CD08555BB3}"/>
          </ac:picMkLst>
        </pc:picChg>
      </pc:sldChg>
      <pc:sldChg chg="modSp mod modNotes">
        <pc:chgData name="Rachaita Dutta" userId="f22006c0bb25b989" providerId="LiveId" clId="{C9CC4FF0-0674-4239-A695-D4BB51F3ACF6}" dt="2025-10-12T09:22:44.376" v="1194" actId="20577"/>
        <pc:sldMkLst>
          <pc:docMk/>
          <pc:sldMk cId="1338167130" sldId="317"/>
        </pc:sldMkLst>
        <pc:spChg chg="mod">
          <ac:chgData name="Rachaita Dutta" userId="f22006c0bb25b989" providerId="LiveId" clId="{C9CC4FF0-0674-4239-A695-D4BB51F3ACF6}" dt="2025-10-12T09:22:44.376" v="1194" actId="20577"/>
          <ac:spMkLst>
            <pc:docMk/>
            <pc:sldMk cId="1338167130" sldId="317"/>
            <ac:spMk id="3" creationId="{B45A4A65-E8B8-40CF-7ABD-97EA8FA97521}"/>
          </ac:spMkLst>
        </pc:spChg>
      </pc:sldChg>
      <pc:sldChg chg="addSp delSp modSp add del mod">
        <pc:chgData name="Rachaita Dutta" userId="f22006c0bb25b989" providerId="LiveId" clId="{C9CC4FF0-0674-4239-A695-D4BB51F3ACF6}" dt="2025-09-23T04:12:13.992" v="859" actId="47"/>
        <pc:sldMkLst>
          <pc:docMk/>
          <pc:sldMk cId="1260377038" sldId="318"/>
        </pc:sldMkLst>
      </pc:sldChg>
      <pc:sldChg chg="addSp delSp modSp del mod">
        <pc:chgData name="Rachaita Dutta" userId="f22006c0bb25b989" providerId="LiveId" clId="{C9CC4FF0-0674-4239-A695-D4BB51F3ACF6}" dt="2025-09-15T09:20:59.397" v="729" actId="47"/>
        <pc:sldMkLst>
          <pc:docMk/>
          <pc:sldMk cId="1546461221" sldId="318"/>
        </pc:sldMkLst>
      </pc:sldChg>
      <pc:sldChg chg="addSp delSp modSp add del mod">
        <pc:chgData name="Rachaita Dutta" userId="f22006c0bb25b989" providerId="LiveId" clId="{C9CC4FF0-0674-4239-A695-D4BB51F3ACF6}" dt="2025-10-12T09:22:49.229" v="1196" actId="47"/>
        <pc:sldMkLst>
          <pc:docMk/>
          <pc:sldMk cId="3858755493" sldId="318"/>
        </pc:sldMkLst>
      </pc:sldChg>
      <pc:sldChg chg="addSp delSp modSp add del mod">
        <pc:chgData name="Rachaita Dutta" userId="f22006c0bb25b989" providerId="LiveId" clId="{C9CC4FF0-0674-4239-A695-D4BB51F3ACF6}" dt="2025-10-07T09:28:37.877" v="963" actId="47"/>
        <pc:sldMkLst>
          <pc:docMk/>
          <pc:sldMk cId="4165644169" sldId="318"/>
        </pc:sldMkLst>
      </pc:sldChg>
      <pc:sldChg chg="addSp delSp modSp add mod">
        <pc:chgData name="Rachaita Dutta" userId="f22006c0bb25b989" providerId="LiveId" clId="{C9CC4FF0-0674-4239-A695-D4BB51F3ACF6}" dt="2025-10-12T09:24:01.185" v="1221" actId="14100"/>
        <pc:sldMkLst>
          <pc:docMk/>
          <pc:sldMk cId="4203768375" sldId="318"/>
        </pc:sldMkLst>
        <pc:picChg chg="add mod">
          <ac:chgData name="Rachaita Dutta" userId="f22006c0bb25b989" providerId="LiveId" clId="{C9CC4FF0-0674-4239-A695-D4BB51F3ACF6}" dt="2025-10-12T09:24:01.185" v="1221" actId="14100"/>
          <ac:picMkLst>
            <pc:docMk/>
            <pc:sldMk cId="4203768375" sldId="318"/>
            <ac:picMk id="3" creationId="{16D5F7AE-7555-2D8C-8595-6DC1311C3FD5}"/>
          </ac:picMkLst>
        </pc:picChg>
      </pc:sldChg>
      <pc:sldChg chg="addSp delSp modSp del mod">
        <pc:chgData name="Rachaita Dutta" userId="f22006c0bb25b989" providerId="LiveId" clId="{C9CC4FF0-0674-4239-A695-D4BB51F3ACF6}" dt="2025-09-15T09:20:59.548" v="730" actId="47"/>
        <pc:sldMkLst>
          <pc:docMk/>
          <pc:sldMk cId="451311901" sldId="319"/>
        </pc:sldMkLst>
      </pc:sldChg>
      <pc:sldChg chg="addSp delSp modSp add del mod">
        <pc:chgData name="Rachaita Dutta" userId="f22006c0bb25b989" providerId="LiveId" clId="{C9CC4FF0-0674-4239-A695-D4BB51F3ACF6}" dt="2025-10-07T09:28:38.278" v="964" actId="47"/>
        <pc:sldMkLst>
          <pc:docMk/>
          <pc:sldMk cId="878062975" sldId="319"/>
        </pc:sldMkLst>
      </pc:sldChg>
      <pc:sldChg chg="addSp delSp modSp add del mod">
        <pc:chgData name="Rachaita Dutta" userId="f22006c0bb25b989" providerId="LiveId" clId="{C9CC4FF0-0674-4239-A695-D4BB51F3ACF6}" dt="2025-10-12T09:22:49.409" v="1197" actId="47"/>
        <pc:sldMkLst>
          <pc:docMk/>
          <pc:sldMk cId="2720420476" sldId="319"/>
        </pc:sldMkLst>
      </pc:sldChg>
      <pc:sldChg chg="addSp delSp modSp add del mod">
        <pc:chgData name="Rachaita Dutta" userId="f22006c0bb25b989" providerId="LiveId" clId="{C9CC4FF0-0674-4239-A695-D4BB51F3ACF6}" dt="2025-09-23T04:12:14.133" v="860" actId="47"/>
        <pc:sldMkLst>
          <pc:docMk/>
          <pc:sldMk cId="2894896931" sldId="319"/>
        </pc:sldMkLst>
      </pc:sldChg>
      <pc:sldChg chg="addSp delSp modSp add mod">
        <pc:chgData name="Rachaita Dutta" userId="f22006c0bb25b989" providerId="LiveId" clId="{C9CC4FF0-0674-4239-A695-D4BB51F3ACF6}" dt="2025-10-12T09:24:23.820" v="1228" actId="14100"/>
        <pc:sldMkLst>
          <pc:docMk/>
          <pc:sldMk cId="2928890089" sldId="319"/>
        </pc:sldMkLst>
        <pc:picChg chg="add mod">
          <ac:chgData name="Rachaita Dutta" userId="f22006c0bb25b989" providerId="LiveId" clId="{C9CC4FF0-0674-4239-A695-D4BB51F3ACF6}" dt="2025-10-12T09:24:23.820" v="1228" actId="14100"/>
          <ac:picMkLst>
            <pc:docMk/>
            <pc:sldMk cId="2928890089" sldId="319"/>
            <ac:picMk id="3" creationId="{FFC58A8E-2FF9-07DC-CEA4-1AC1AEA9B6B9}"/>
          </ac:picMkLst>
        </pc:picChg>
      </pc:sldChg>
      <pc:sldChg chg="addSp delSp modSp add del mod">
        <pc:chgData name="Rachaita Dutta" userId="f22006c0bb25b989" providerId="LiveId" clId="{C9CC4FF0-0674-4239-A695-D4BB51F3ACF6}" dt="2025-09-23T04:12:14.282" v="861" actId="47"/>
        <pc:sldMkLst>
          <pc:docMk/>
          <pc:sldMk cId="2005673557" sldId="320"/>
        </pc:sldMkLst>
      </pc:sldChg>
      <pc:sldChg chg="addSp delSp modSp add del mod">
        <pc:chgData name="Rachaita Dutta" userId="f22006c0bb25b989" providerId="LiveId" clId="{C9CC4FF0-0674-4239-A695-D4BB51F3ACF6}" dt="2025-10-07T09:28:38.410" v="965" actId="47"/>
        <pc:sldMkLst>
          <pc:docMk/>
          <pc:sldMk cId="2736276056" sldId="320"/>
        </pc:sldMkLst>
      </pc:sldChg>
      <pc:sldChg chg="addSp delSp modSp add mod">
        <pc:chgData name="Rachaita Dutta" userId="f22006c0bb25b989" providerId="LiveId" clId="{C9CC4FF0-0674-4239-A695-D4BB51F3ACF6}" dt="2025-10-12T09:25:23.929" v="1239" actId="14100"/>
        <pc:sldMkLst>
          <pc:docMk/>
          <pc:sldMk cId="2845183970" sldId="320"/>
        </pc:sldMkLst>
        <pc:picChg chg="add mod">
          <ac:chgData name="Rachaita Dutta" userId="f22006c0bb25b989" providerId="LiveId" clId="{C9CC4FF0-0674-4239-A695-D4BB51F3ACF6}" dt="2025-10-12T09:25:23.929" v="1239" actId="14100"/>
          <ac:picMkLst>
            <pc:docMk/>
            <pc:sldMk cId="2845183970" sldId="320"/>
            <ac:picMk id="6" creationId="{AFA8B012-A58F-63C1-CD83-8C7CDFA74F7D}"/>
          </ac:picMkLst>
        </pc:picChg>
      </pc:sldChg>
      <pc:sldChg chg="addSp delSp modSp add del mod">
        <pc:chgData name="Rachaita Dutta" userId="f22006c0bb25b989" providerId="LiveId" clId="{C9CC4FF0-0674-4239-A695-D4BB51F3ACF6}" dt="2025-10-12T09:22:49.629" v="1198" actId="47"/>
        <pc:sldMkLst>
          <pc:docMk/>
          <pc:sldMk cId="3214247102" sldId="320"/>
        </pc:sldMkLst>
      </pc:sldChg>
      <pc:sldChg chg="addSp delSp modSp del mod">
        <pc:chgData name="Rachaita Dutta" userId="f22006c0bb25b989" providerId="LiveId" clId="{C9CC4FF0-0674-4239-A695-D4BB51F3ACF6}" dt="2025-09-15T09:20:59.706" v="731" actId="47"/>
        <pc:sldMkLst>
          <pc:docMk/>
          <pc:sldMk cId="3721023388" sldId="320"/>
        </pc:sldMkLst>
      </pc:sldChg>
      <pc:sldChg chg="addSp delSp modSp add del mod">
        <pc:chgData name="Rachaita Dutta" userId="f22006c0bb25b989" providerId="LiveId" clId="{C9CC4FF0-0674-4239-A695-D4BB51F3ACF6}" dt="2025-09-23T04:12:14.433" v="862" actId="47"/>
        <pc:sldMkLst>
          <pc:docMk/>
          <pc:sldMk cId="272756157" sldId="321"/>
        </pc:sldMkLst>
      </pc:sldChg>
      <pc:sldChg chg="addSp delSp modSp add del mod">
        <pc:chgData name="Rachaita Dutta" userId="f22006c0bb25b989" providerId="LiveId" clId="{C9CC4FF0-0674-4239-A695-D4BB51F3ACF6}" dt="2025-10-07T09:28:38.610" v="966" actId="47"/>
        <pc:sldMkLst>
          <pc:docMk/>
          <pc:sldMk cId="353143532" sldId="321"/>
        </pc:sldMkLst>
      </pc:sldChg>
      <pc:sldChg chg="addSp delSp modSp add del mod">
        <pc:chgData name="Rachaita Dutta" userId="f22006c0bb25b989" providerId="LiveId" clId="{C9CC4FF0-0674-4239-A695-D4BB51F3ACF6}" dt="2025-10-12T09:22:49.919" v="1199" actId="47"/>
        <pc:sldMkLst>
          <pc:docMk/>
          <pc:sldMk cId="2882690704" sldId="321"/>
        </pc:sldMkLst>
      </pc:sldChg>
      <pc:sldChg chg="addSp delSp modSp del mod">
        <pc:chgData name="Rachaita Dutta" userId="f22006c0bb25b989" providerId="LiveId" clId="{C9CC4FF0-0674-4239-A695-D4BB51F3ACF6}" dt="2025-09-15T09:20:59.819" v="732" actId="47"/>
        <pc:sldMkLst>
          <pc:docMk/>
          <pc:sldMk cId="3068123038" sldId="321"/>
        </pc:sldMkLst>
      </pc:sldChg>
      <pc:sldChg chg="addSp delSp modSp add mod">
        <pc:chgData name="Rachaita Dutta" userId="f22006c0bb25b989" providerId="LiveId" clId="{C9CC4FF0-0674-4239-A695-D4BB51F3ACF6}" dt="2025-10-12T09:26:33.141" v="1251" actId="14100"/>
        <pc:sldMkLst>
          <pc:docMk/>
          <pc:sldMk cId="3242208074" sldId="321"/>
        </pc:sldMkLst>
        <pc:picChg chg="add mod">
          <ac:chgData name="Rachaita Dutta" userId="f22006c0bb25b989" providerId="LiveId" clId="{C9CC4FF0-0674-4239-A695-D4BB51F3ACF6}" dt="2025-10-12T09:26:33.141" v="1251" actId="14100"/>
          <ac:picMkLst>
            <pc:docMk/>
            <pc:sldMk cId="3242208074" sldId="321"/>
            <ac:picMk id="6" creationId="{3B45C974-4EE1-C81F-450E-A6544F2148E7}"/>
          </ac:picMkLst>
        </pc:picChg>
      </pc:sldChg>
      <pc:sldChg chg="addSp delSp modSp del mod">
        <pc:chgData name="Rachaita Dutta" userId="f22006c0bb25b989" providerId="LiveId" clId="{C9CC4FF0-0674-4239-A695-D4BB51F3ACF6}" dt="2025-09-15T09:20:59.969" v="733" actId="47"/>
        <pc:sldMkLst>
          <pc:docMk/>
          <pc:sldMk cId="87813908" sldId="322"/>
        </pc:sldMkLst>
      </pc:sldChg>
      <pc:sldChg chg="addSp delSp modSp add del mod">
        <pc:chgData name="Rachaita Dutta" userId="f22006c0bb25b989" providerId="LiveId" clId="{C9CC4FF0-0674-4239-A695-D4BB51F3ACF6}" dt="2025-10-12T09:22:50.129" v="1200" actId="47"/>
        <pc:sldMkLst>
          <pc:docMk/>
          <pc:sldMk cId="1409771048" sldId="322"/>
        </pc:sldMkLst>
      </pc:sldChg>
      <pc:sldChg chg="addSp delSp modSp add del mod">
        <pc:chgData name="Rachaita Dutta" userId="f22006c0bb25b989" providerId="LiveId" clId="{C9CC4FF0-0674-4239-A695-D4BB51F3ACF6}" dt="2025-10-07T09:28:39" v="967" actId="47"/>
        <pc:sldMkLst>
          <pc:docMk/>
          <pc:sldMk cId="1424760683" sldId="322"/>
        </pc:sldMkLst>
      </pc:sldChg>
      <pc:sldChg chg="delSp modSp add mod">
        <pc:chgData name="Rachaita Dutta" userId="f22006c0bb25b989" providerId="LiveId" clId="{C9CC4FF0-0674-4239-A695-D4BB51F3ACF6}" dt="2025-10-12T09:26:46.479" v="1256" actId="14100"/>
        <pc:sldMkLst>
          <pc:docMk/>
          <pc:sldMk cId="2536161635" sldId="322"/>
        </pc:sldMkLst>
        <pc:picChg chg="mod">
          <ac:chgData name="Rachaita Dutta" userId="f22006c0bb25b989" providerId="LiveId" clId="{C9CC4FF0-0674-4239-A695-D4BB51F3ACF6}" dt="2025-10-12T09:26:46.479" v="1256" actId="14100"/>
          <ac:picMkLst>
            <pc:docMk/>
            <pc:sldMk cId="2536161635" sldId="322"/>
            <ac:picMk id="3" creationId="{F5E4F4A3-8E41-782B-88CD-E25B0C1358AA}"/>
          </ac:picMkLst>
        </pc:picChg>
      </pc:sldChg>
      <pc:sldChg chg="addSp delSp modSp add del mod">
        <pc:chgData name="Rachaita Dutta" userId="f22006c0bb25b989" providerId="LiveId" clId="{C9CC4FF0-0674-4239-A695-D4BB51F3ACF6}" dt="2025-09-23T04:12:15.144" v="863" actId="47"/>
        <pc:sldMkLst>
          <pc:docMk/>
          <pc:sldMk cId="3969788080" sldId="322"/>
        </pc:sldMkLst>
      </pc:sldChg>
      <pc:sldChg chg="addSp delSp modSp del mod">
        <pc:chgData name="Rachaita Dutta" userId="f22006c0bb25b989" providerId="LiveId" clId="{C9CC4FF0-0674-4239-A695-D4BB51F3ACF6}" dt="2025-09-15T09:21:00.152" v="734" actId="47"/>
        <pc:sldMkLst>
          <pc:docMk/>
          <pc:sldMk cId="972914108" sldId="323"/>
        </pc:sldMkLst>
      </pc:sldChg>
      <pc:sldChg chg="addSp delSp modSp add del mod">
        <pc:chgData name="Rachaita Dutta" userId="f22006c0bb25b989" providerId="LiveId" clId="{C9CC4FF0-0674-4239-A695-D4BB51F3ACF6}" dt="2025-10-12T09:22:50.349" v="1201" actId="47"/>
        <pc:sldMkLst>
          <pc:docMk/>
          <pc:sldMk cId="1882667658" sldId="323"/>
        </pc:sldMkLst>
      </pc:sldChg>
      <pc:sldChg chg="addSp delSp modSp add del mod">
        <pc:chgData name="Rachaita Dutta" userId="f22006c0bb25b989" providerId="LiveId" clId="{C9CC4FF0-0674-4239-A695-D4BB51F3ACF6}" dt="2025-10-07T09:28:39.162" v="968" actId="47"/>
        <pc:sldMkLst>
          <pc:docMk/>
          <pc:sldMk cId="2745914414" sldId="323"/>
        </pc:sldMkLst>
      </pc:sldChg>
      <pc:sldChg chg="addSp delSp modSp add mod">
        <pc:chgData name="Rachaita Dutta" userId="f22006c0bb25b989" providerId="LiveId" clId="{C9CC4FF0-0674-4239-A695-D4BB51F3ACF6}" dt="2025-10-12T09:27:39.702" v="1266" actId="14100"/>
        <pc:sldMkLst>
          <pc:docMk/>
          <pc:sldMk cId="3511631947" sldId="323"/>
        </pc:sldMkLst>
        <pc:picChg chg="add mod">
          <ac:chgData name="Rachaita Dutta" userId="f22006c0bb25b989" providerId="LiveId" clId="{C9CC4FF0-0674-4239-A695-D4BB51F3ACF6}" dt="2025-10-12T09:27:39.702" v="1266" actId="14100"/>
          <ac:picMkLst>
            <pc:docMk/>
            <pc:sldMk cId="3511631947" sldId="323"/>
            <ac:picMk id="4" creationId="{D3C5D7F6-6E58-DA3F-64C7-1143E081D7C9}"/>
          </ac:picMkLst>
        </pc:picChg>
      </pc:sldChg>
      <pc:sldChg chg="addSp delSp modSp add del mod">
        <pc:chgData name="Rachaita Dutta" userId="f22006c0bb25b989" providerId="LiveId" clId="{C9CC4FF0-0674-4239-A695-D4BB51F3ACF6}" dt="2025-09-23T04:12:15.782" v="864" actId="47"/>
        <pc:sldMkLst>
          <pc:docMk/>
          <pc:sldMk cId="4181183361" sldId="323"/>
        </pc:sldMkLst>
      </pc:sldChg>
      <pc:sldChg chg="addSp delSp modSp add del mod">
        <pc:chgData name="Rachaita Dutta" userId="f22006c0bb25b989" providerId="LiveId" clId="{C9CC4FF0-0674-4239-A695-D4BB51F3ACF6}" dt="2025-10-07T09:28:39.327" v="969" actId="47"/>
        <pc:sldMkLst>
          <pc:docMk/>
          <pc:sldMk cId="492705756" sldId="324"/>
        </pc:sldMkLst>
      </pc:sldChg>
      <pc:sldChg chg="delSp modSp del mod">
        <pc:chgData name="Rachaita Dutta" userId="f22006c0bb25b989" providerId="LiveId" clId="{C9CC4FF0-0674-4239-A695-D4BB51F3ACF6}" dt="2025-09-12T17:21:42.118" v="728" actId="47"/>
        <pc:sldMkLst>
          <pc:docMk/>
          <pc:sldMk cId="780421723" sldId="324"/>
        </pc:sldMkLst>
      </pc:sldChg>
      <pc:sldChg chg="addSp delSp modSp add mod">
        <pc:chgData name="Rachaita Dutta" userId="f22006c0bb25b989" providerId="LiveId" clId="{C9CC4FF0-0674-4239-A695-D4BB51F3ACF6}" dt="2025-10-14T06:59:25.585" v="1363" actId="1038"/>
        <pc:sldMkLst>
          <pc:docMk/>
          <pc:sldMk cId="3061311512" sldId="324"/>
        </pc:sldMkLst>
        <pc:spChg chg="add mod">
          <ac:chgData name="Rachaita Dutta" userId="f22006c0bb25b989" providerId="LiveId" clId="{C9CC4FF0-0674-4239-A695-D4BB51F3ACF6}" dt="2025-10-14T06:59:17.810" v="1349" actId="1076"/>
          <ac:spMkLst>
            <pc:docMk/>
            <pc:sldMk cId="3061311512" sldId="324"/>
            <ac:spMk id="5" creationId="{9A585B4A-0E3E-7CAF-0B2E-C1F463A35AFD}"/>
          </ac:spMkLst>
        </pc:spChg>
        <pc:picChg chg="add mod">
          <ac:chgData name="Rachaita Dutta" userId="f22006c0bb25b989" providerId="LiveId" clId="{C9CC4FF0-0674-4239-A695-D4BB51F3ACF6}" dt="2025-10-14T06:59:25.585" v="1363" actId="1038"/>
          <ac:picMkLst>
            <pc:docMk/>
            <pc:sldMk cId="3061311512" sldId="324"/>
            <ac:picMk id="3" creationId="{276D04D5-40F6-E2B6-2F35-F7F696FC2F23}"/>
          </ac:picMkLst>
        </pc:picChg>
      </pc:sldChg>
      <pc:sldChg chg="addSp delSp modSp add del mod">
        <pc:chgData name="Rachaita Dutta" userId="f22006c0bb25b989" providerId="LiveId" clId="{C9CC4FF0-0674-4239-A695-D4BB51F3ACF6}" dt="2025-10-12T09:22:50.569" v="1202" actId="47"/>
        <pc:sldMkLst>
          <pc:docMk/>
          <pc:sldMk cId="3338302876" sldId="324"/>
        </pc:sldMkLst>
      </pc:sldChg>
      <pc:sldChg chg="addSp delSp modSp add mod">
        <pc:chgData name="Rachaita Dutta" userId="f22006c0bb25b989" providerId="LiveId" clId="{C9CC4FF0-0674-4239-A695-D4BB51F3ACF6}" dt="2025-10-14T06:23:45.172" v="1279" actId="14100"/>
        <pc:sldMkLst>
          <pc:docMk/>
          <pc:sldMk cId="573432573" sldId="325"/>
        </pc:sldMkLst>
        <pc:picChg chg="add mod">
          <ac:chgData name="Rachaita Dutta" userId="f22006c0bb25b989" providerId="LiveId" clId="{C9CC4FF0-0674-4239-A695-D4BB51F3ACF6}" dt="2025-10-14T06:23:45.172" v="1279" actId="14100"/>
          <ac:picMkLst>
            <pc:docMk/>
            <pc:sldMk cId="573432573" sldId="325"/>
            <ac:picMk id="3" creationId="{46F70C7D-A0C7-F08D-CB92-A07B17D23710}"/>
          </ac:picMkLst>
        </pc:picChg>
      </pc:sldChg>
      <pc:sldChg chg="delSp modSp del mod">
        <pc:chgData name="Rachaita Dutta" userId="f22006c0bb25b989" providerId="LiveId" clId="{C9CC4FF0-0674-4239-A695-D4BB51F3ACF6}" dt="2025-09-12T17:21:39.777" v="727" actId="47"/>
        <pc:sldMkLst>
          <pc:docMk/>
          <pc:sldMk cId="2770397835" sldId="325"/>
        </pc:sldMkLst>
      </pc:sldChg>
      <pc:sldChg chg="addSp delSp modSp add del mod">
        <pc:chgData name="Rachaita Dutta" userId="f22006c0bb25b989" providerId="LiveId" clId="{C9CC4FF0-0674-4239-A695-D4BB51F3ACF6}" dt="2025-10-12T09:22:50.829" v="1203" actId="47"/>
        <pc:sldMkLst>
          <pc:docMk/>
          <pc:sldMk cId="4143385306" sldId="325"/>
        </pc:sldMkLst>
      </pc:sldChg>
      <pc:sldChg chg="addSp delSp modSp add del mod">
        <pc:chgData name="Rachaita Dutta" userId="f22006c0bb25b989" providerId="LiveId" clId="{C9CC4FF0-0674-4239-A695-D4BB51F3ACF6}" dt="2025-10-07T09:28:39.505" v="970" actId="47"/>
        <pc:sldMkLst>
          <pc:docMk/>
          <pc:sldMk cId="4149735921" sldId="325"/>
        </pc:sldMkLst>
      </pc:sldChg>
      <pc:sldChg chg="delSp modSp del mod">
        <pc:chgData name="Rachaita Dutta" userId="f22006c0bb25b989" providerId="LiveId" clId="{C9CC4FF0-0674-4239-A695-D4BB51F3ACF6}" dt="2025-09-12T17:07:07.602" v="668" actId="47"/>
        <pc:sldMkLst>
          <pc:docMk/>
          <pc:sldMk cId="1161767987" sldId="326"/>
        </pc:sldMkLst>
      </pc:sldChg>
      <pc:sldChg chg="addSp delSp modSp add mod">
        <pc:chgData name="Rachaita Dutta" userId="f22006c0bb25b989" providerId="LiveId" clId="{C9CC4FF0-0674-4239-A695-D4BB51F3ACF6}" dt="2025-10-14T06:24:14.950" v="1286" actId="14100"/>
        <pc:sldMkLst>
          <pc:docMk/>
          <pc:sldMk cId="2297572360" sldId="326"/>
        </pc:sldMkLst>
        <pc:picChg chg="add mod">
          <ac:chgData name="Rachaita Dutta" userId="f22006c0bb25b989" providerId="LiveId" clId="{C9CC4FF0-0674-4239-A695-D4BB51F3ACF6}" dt="2025-10-14T06:24:14.950" v="1286" actId="14100"/>
          <ac:picMkLst>
            <pc:docMk/>
            <pc:sldMk cId="2297572360" sldId="326"/>
            <ac:picMk id="3" creationId="{52C992EE-A66E-9F6F-F5C8-A7C5D8A7D70B}"/>
          </ac:picMkLst>
        </pc:picChg>
      </pc:sldChg>
      <pc:sldChg chg="addSp delSp modSp add del mod">
        <pc:chgData name="Rachaita Dutta" userId="f22006c0bb25b989" providerId="LiveId" clId="{C9CC4FF0-0674-4239-A695-D4BB51F3ACF6}" dt="2025-10-12T09:22:51.229" v="1204" actId="47"/>
        <pc:sldMkLst>
          <pc:docMk/>
          <pc:sldMk cId="3003014222" sldId="326"/>
        </pc:sldMkLst>
      </pc:sldChg>
      <pc:sldChg chg="addSp delSp modSp add del mod">
        <pc:chgData name="Rachaita Dutta" userId="f22006c0bb25b989" providerId="LiveId" clId="{C9CC4FF0-0674-4239-A695-D4BB51F3ACF6}" dt="2025-10-07T09:28:39.662" v="971" actId="47"/>
        <pc:sldMkLst>
          <pc:docMk/>
          <pc:sldMk cId="3125481395" sldId="326"/>
        </pc:sldMkLst>
      </pc:sldChg>
      <pc:sldChg chg="addSp delSp modSp add del mod">
        <pc:chgData name="Rachaita Dutta" userId="f22006c0bb25b989" providerId="LiveId" clId="{C9CC4FF0-0674-4239-A695-D4BB51F3ACF6}" dt="2025-10-12T09:22:51.829" v="1205" actId="47"/>
        <pc:sldMkLst>
          <pc:docMk/>
          <pc:sldMk cId="203760662" sldId="327"/>
        </pc:sldMkLst>
      </pc:sldChg>
      <pc:sldChg chg="modSp del">
        <pc:chgData name="Rachaita Dutta" userId="f22006c0bb25b989" providerId="LiveId" clId="{C9CC4FF0-0674-4239-A695-D4BB51F3ACF6}" dt="2025-09-12T17:06:55.692" v="665" actId="47"/>
        <pc:sldMkLst>
          <pc:docMk/>
          <pc:sldMk cId="337053805" sldId="327"/>
        </pc:sldMkLst>
      </pc:sldChg>
      <pc:sldChg chg="addSp delSp modSp add del mod">
        <pc:chgData name="Rachaita Dutta" userId="f22006c0bb25b989" providerId="LiveId" clId="{C9CC4FF0-0674-4239-A695-D4BB51F3ACF6}" dt="2025-10-07T09:28:39.861" v="972" actId="47"/>
        <pc:sldMkLst>
          <pc:docMk/>
          <pc:sldMk cId="1505609132" sldId="327"/>
        </pc:sldMkLst>
      </pc:sldChg>
      <pc:sldChg chg="addSp delSp modSp add mod">
        <pc:chgData name="Rachaita Dutta" userId="f22006c0bb25b989" providerId="LiveId" clId="{C9CC4FF0-0674-4239-A695-D4BB51F3ACF6}" dt="2025-10-14T06:24:32.185" v="1292" actId="14100"/>
        <pc:sldMkLst>
          <pc:docMk/>
          <pc:sldMk cId="2252375119" sldId="327"/>
        </pc:sldMkLst>
        <pc:picChg chg="add mod">
          <ac:chgData name="Rachaita Dutta" userId="f22006c0bb25b989" providerId="LiveId" clId="{C9CC4FF0-0674-4239-A695-D4BB51F3ACF6}" dt="2025-10-14T06:24:32.185" v="1292" actId="14100"/>
          <ac:picMkLst>
            <pc:docMk/>
            <pc:sldMk cId="2252375119" sldId="327"/>
            <ac:picMk id="3" creationId="{0514EA13-1EB7-978A-48F9-44DFEDAF86A9}"/>
          </ac:picMkLst>
        </pc:picChg>
      </pc:sldChg>
      <pc:sldChg chg="modSp del">
        <pc:chgData name="Rachaita Dutta" userId="f22006c0bb25b989" providerId="LiveId" clId="{C9CC4FF0-0674-4239-A695-D4BB51F3ACF6}" dt="2025-09-12T17:06:56.569" v="666" actId="47"/>
        <pc:sldMkLst>
          <pc:docMk/>
          <pc:sldMk cId="1166248074" sldId="328"/>
        </pc:sldMkLst>
      </pc:sldChg>
      <pc:sldChg chg="addSp delSp modSp add mod">
        <pc:chgData name="Rachaita Dutta" userId="f22006c0bb25b989" providerId="LiveId" clId="{C9CC4FF0-0674-4239-A695-D4BB51F3ACF6}" dt="2025-10-14T07:00:05.897" v="1379" actId="20577"/>
        <pc:sldMkLst>
          <pc:docMk/>
          <pc:sldMk cId="2491980228" sldId="328"/>
        </pc:sldMkLst>
        <pc:spChg chg="add mod">
          <ac:chgData name="Rachaita Dutta" userId="f22006c0bb25b989" providerId="LiveId" clId="{C9CC4FF0-0674-4239-A695-D4BB51F3ACF6}" dt="2025-10-14T07:00:05.897" v="1379" actId="20577"/>
          <ac:spMkLst>
            <pc:docMk/>
            <pc:sldMk cId="2491980228" sldId="328"/>
            <ac:spMk id="2" creationId="{C8DB3613-304C-909A-D01A-DBCD03028898}"/>
          </ac:spMkLst>
        </pc:spChg>
      </pc:sldChg>
      <pc:sldChg chg="addSp delSp modSp add del mod">
        <pc:chgData name="Rachaita Dutta" userId="f22006c0bb25b989" providerId="LiveId" clId="{C9CC4FF0-0674-4239-A695-D4BB51F3ACF6}" dt="2025-10-07T09:28:40.019" v="973" actId="47"/>
        <pc:sldMkLst>
          <pc:docMk/>
          <pc:sldMk cId="3427282443" sldId="328"/>
        </pc:sldMkLst>
      </pc:sldChg>
      <pc:sldChg chg="modSp del">
        <pc:chgData name="Rachaita Dutta" userId="f22006c0bb25b989" providerId="LiveId" clId="{C9CC4FF0-0674-4239-A695-D4BB51F3ACF6}" dt="2025-09-12T17:06:57.451" v="667" actId="47"/>
        <pc:sldMkLst>
          <pc:docMk/>
          <pc:sldMk cId="1659295578" sldId="329"/>
        </pc:sldMkLst>
      </pc:sldChg>
      <pc:sldChg chg="addSp delSp modSp add mod">
        <pc:chgData name="Rachaita Dutta" userId="f22006c0bb25b989" providerId="LiveId" clId="{C9CC4FF0-0674-4239-A695-D4BB51F3ACF6}" dt="2025-10-14T09:05:05.215" v="1418" actId="14100"/>
        <pc:sldMkLst>
          <pc:docMk/>
          <pc:sldMk cId="1796200898" sldId="329"/>
        </pc:sldMkLst>
        <pc:picChg chg="add mod">
          <ac:chgData name="Rachaita Dutta" userId="f22006c0bb25b989" providerId="LiveId" clId="{C9CC4FF0-0674-4239-A695-D4BB51F3ACF6}" dt="2025-10-14T09:05:05.215" v="1418" actId="14100"/>
          <ac:picMkLst>
            <pc:docMk/>
            <pc:sldMk cId="1796200898" sldId="329"/>
            <ac:picMk id="5" creationId="{D080BC40-1BAF-B3C0-CFB3-E8A39588E0E0}"/>
          </ac:picMkLst>
        </pc:picChg>
      </pc:sldChg>
      <pc:sldChg chg="addSp delSp modSp add del mod">
        <pc:chgData name="Rachaita Dutta" userId="f22006c0bb25b989" providerId="LiveId" clId="{C9CC4FF0-0674-4239-A695-D4BB51F3ACF6}" dt="2025-10-07T09:28:40.878" v="974" actId="47"/>
        <pc:sldMkLst>
          <pc:docMk/>
          <pc:sldMk cId="2282783342" sldId="329"/>
        </pc:sldMkLst>
      </pc:sldChg>
      <pc:sldChg chg="addSp delSp modSp add mod">
        <pc:chgData name="Rachaita Dutta" userId="f22006c0bb25b989" providerId="LiveId" clId="{C9CC4FF0-0674-4239-A695-D4BB51F3ACF6}" dt="2025-10-14T09:06:52.668" v="1424" actId="14100"/>
        <pc:sldMkLst>
          <pc:docMk/>
          <pc:sldMk cId="483737556" sldId="330"/>
        </pc:sldMkLst>
        <pc:picChg chg="add mod">
          <ac:chgData name="Rachaita Dutta" userId="f22006c0bb25b989" providerId="LiveId" clId="{C9CC4FF0-0674-4239-A695-D4BB51F3ACF6}" dt="2025-10-14T09:06:52.668" v="1424" actId="14100"/>
          <ac:picMkLst>
            <pc:docMk/>
            <pc:sldMk cId="483737556" sldId="330"/>
            <ac:picMk id="3" creationId="{4CD2D8AD-FFE7-9819-5F4A-29149EF066C4}"/>
          </ac:picMkLst>
        </pc:picChg>
      </pc:sldChg>
      <pc:sldChg chg="addSp delSp modSp add del mod">
        <pc:chgData name="Rachaita Dutta" userId="f22006c0bb25b989" providerId="LiveId" clId="{C9CC4FF0-0674-4239-A695-D4BB51F3ACF6}" dt="2025-10-07T09:28:41.547" v="975" actId="47"/>
        <pc:sldMkLst>
          <pc:docMk/>
          <pc:sldMk cId="2895811726" sldId="330"/>
        </pc:sldMkLst>
      </pc:sldChg>
      <pc:sldChg chg="modSp del">
        <pc:chgData name="Rachaita Dutta" userId="f22006c0bb25b989" providerId="LiveId" clId="{C9CC4FF0-0674-4239-A695-D4BB51F3ACF6}" dt="2025-09-12T17:07:08.885" v="669" actId="47"/>
        <pc:sldMkLst>
          <pc:docMk/>
          <pc:sldMk cId="3232033403" sldId="330"/>
        </pc:sldMkLst>
      </pc:sldChg>
      <pc:sldChg chg="addSp delSp modSp add mod">
        <pc:chgData name="Rachaita Dutta" userId="f22006c0bb25b989" providerId="LiveId" clId="{C9CC4FF0-0674-4239-A695-D4BB51F3ACF6}" dt="2025-10-14T09:07:13.761" v="1430" actId="14100"/>
        <pc:sldMkLst>
          <pc:docMk/>
          <pc:sldMk cId="1524343509" sldId="331"/>
        </pc:sldMkLst>
        <pc:picChg chg="add mod">
          <ac:chgData name="Rachaita Dutta" userId="f22006c0bb25b989" providerId="LiveId" clId="{C9CC4FF0-0674-4239-A695-D4BB51F3ACF6}" dt="2025-10-14T09:07:13.761" v="1430" actId="14100"/>
          <ac:picMkLst>
            <pc:docMk/>
            <pc:sldMk cId="1524343509" sldId="331"/>
            <ac:picMk id="3" creationId="{1E6F3590-BDDF-9D14-0786-07B40DD975EE}"/>
          </ac:picMkLst>
        </pc:picChg>
      </pc:sldChg>
      <pc:sldChg chg="modSp del mod">
        <pc:chgData name="Rachaita Dutta" userId="f22006c0bb25b989" providerId="LiveId" clId="{C9CC4FF0-0674-4239-A695-D4BB51F3ACF6}" dt="2025-09-12T17:07:09.572" v="670" actId="47"/>
        <pc:sldMkLst>
          <pc:docMk/>
          <pc:sldMk cId="3252665657" sldId="331"/>
        </pc:sldMkLst>
      </pc:sldChg>
      <pc:sldChg chg="addSp delSp modSp add mod">
        <pc:chgData name="Rachaita Dutta" userId="f22006c0bb25b989" providerId="LiveId" clId="{C9CC4FF0-0674-4239-A695-D4BB51F3ACF6}" dt="2025-10-16T06:10:17.612" v="1559" actId="14100"/>
        <pc:sldMkLst>
          <pc:docMk/>
          <pc:sldMk cId="616377521" sldId="332"/>
        </pc:sldMkLst>
        <pc:spChg chg="add mod">
          <ac:chgData name="Rachaita Dutta" userId="f22006c0bb25b989" providerId="LiveId" clId="{C9CC4FF0-0674-4239-A695-D4BB51F3ACF6}" dt="2025-10-16T06:10:14.965" v="1558" actId="1076"/>
          <ac:spMkLst>
            <pc:docMk/>
            <pc:sldMk cId="616377521" sldId="332"/>
            <ac:spMk id="3" creationId="{B99610E4-8799-1FC6-A1F9-1654A7BCFEAB}"/>
          </ac:spMkLst>
        </pc:spChg>
        <pc:picChg chg="add mod">
          <ac:chgData name="Rachaita Dutta" userId="f22006c0bb25b989" providerId="LiveId" clId="{C9CC4FF0-0674-4239-A695-D4BB51F3ACF6}" dt="2025-10-16T06:10:17.612" v="1559" actId="14100"/>
          <ac:picMkLst>
            <pc:docMk/>
            <pc:sldMk cId="616377521" sldId="332"/>
            <ac:picMk id="4" creationId="{D85D411C-5CB7-24F4-58C7-BC433BCCC124}"/>
          </ac:picMkLst>
        </pc:picChg>
      </pc:sldChg>
      <pc:sldChg chg="modSp add del mod">
        <pc:chgData name="Rachaita Dutta" userId="f22006c0bb25b989" providerId="LiveId" clId="{C9CC4FF0-0674-4239-A695-D4BB51F3ACF6}" dt="2025-09-12T17:07:10.387" v="671" actId="47"/>
        <pc:sldMkLst>
          <pc:docMk/>
          <pc:sldMk cId="1182911439" sldId="332"/>
        </pc:sldMkLst>
      </pc:sldChg>
      <pc:sldChg chg="addSp delSp modSp add mod">
        <pc:chgData name="Rachaita Dutta" userId="f22006c0bb25b989" providerId="LiveId" clId="{C9CC4FF0-0674-4239-A695-D4BB51F3ACF6}" dt="2025-10-14T17:05:54.865" v="1443" actId="14100"/>
        <pc:sldMkLst>
          <pc:docMk/>
          <pc:sldMk cId="1390192821" sldId="333"/>
        </pc:sldMkLst>
        <pc:picChg chg="add mod">
          <ac:chgData name="Rachaita Dutta" userId="f22006c0bb25b989" providerId="LiveId" clId="{C9CC4FF0-0674-4239-A695-D4BB51F3ACF6}" dt="2025-10-14T17:05:54.865" v="1443" actId="14100"/>
          <ac:picMkLst>
            <pc:docMk/>
            <pc:sldMk cId="1390192821" sldId="333"/>
            <ac:picMk id="4" creationId="{2075E635-CEDA-174E-1E87-4A998A4D0907}"/>
          </ac:picMkLst>
        </pc:picChg>
      </pc:sldChg>
      <pc:sldChg chg="modSp add del mod">
        <pc:chgData name="Rachaita Dutta" userId="f22006c0bb25b989" providerId="LiveId" clId="{C9CC4FF0-0674-4239-A695-D4BB51F3ACF6}" dt="2025-09-12T17:07:11.586" v="672" actId="47"/>
        <pc:sldMkLst>
          <pc:docMk/>
          <pc:sldMk cId="1864384467" sldId="333"/>
        </pc:sldMkLst>
      </pc:sldChg>
      <pc:sldChg chg="addSp delSp modSp add mod">
        <pc:chgData name="Rachaita Dutta" userId="f22006c0bb25b989" providerId="LiveId" clId="{C9CC4FF0-0674-4239-A695-D4BB51F3ACF6}" dt="2025-10-14T17:06:23.202" v="1450" actId="14100"/>
        <pc:sldMkLst>
          <pc:docMk/>
          <pc:sldMk cId="2515764694" sldId="334"/>
        </pc:sldMkLst>
        <pc:picChg chg="add mod">
          <ac:chgData name="Rachaita Dutta" userId="f22006c0bb25b989" providerId="LiveId" clId="{C9CC4FF0-0674-4239-A695-D4BB51F3ACF6}" dt="2025-10-14T17:06:23.202" v="1450" actId="14100"/>
          <ac:picMkLst>
            <pc:docMk/>
            <pc:sldMk cId="2515764694" sldId="334"/>
            <ac:picMk id="4" creationId="{54894F43-1F7B-7461-802D-B2FBAA318C91}"/>
          </ac:picMkLst>
        </pc:picChg>
      </pc:sldChg>
      <pc:sldChg chg="modSp add del mod">
        <pc:chgData name="Rachaita Dutta" userId="f22006c0bb25b989" providerId="LiveId" clId="{C9CC4FF0-0674-4239-A695-D4BB51F3ACF6}" dt="2025-09-12T17:07:12.381" v="673" actId="47"/>
        <pc:sldMkLst>
          <pc:docMk/>
          <pc:sldMk cId="3195720127" sldId="334"/>
        </pc:sldMkLst>
      </pc:sldChg>
      <pc:sldChg chg="addSp delSp modSp add mod">
        <pc:chgData name="Rachaita Dutta" userId="f22006c0bb25b989" providerId="LiveId" clId="{C9CC4FF0-0674-4239-A695-D4BB51F3ACF6}" dt="2025-10-14T17:06:50.730" v="1458" actId="14100"/>
        <pc:sldMkLst>
          <pc:docMk/>
          <pc:sldMk cId="890440036" sldId="335"/>
        </pc:sldMkLst>
        <pc:picChg chg="add mod">
          <ac:chgData name="Rachaita Dutta" userId="f22006c0bb25b989" providerId="LiveId" clId="{C9CC4FF0-0674-4239-A695-D4BB51F3ACF6}" dt="2025-10-14T17:06:50.730" v="1458" actId="14100"/>
          <ac:picMkLst>
            <pc:docMk/>
            <pc:sldMk cId="890440036" sldId="335"/>
            <ac:picMk id="4" creationId="{22100032-6E94-84A6-549A-B0882D618426}"/>
          </ac:picMkLst>
        </pc:picChg>
      </pc:sldChg>
      <pc:sldChg chg="addSp delSp modSp add mod">
        <pc:chgData name="Rachaita Dutta" userId="f22006c0bb25b989" providerId="LiveId" clId="{C9CC4FF0-0674-4239-A695-D4BB51F3ACF6}" dt="2025-10-14T17:07:14.377" v="1465" actId="14100"/>
        <pc:sldMkLst>
          <pc:docMk/>
          <pc:sldMk cId="3687272112" sldId="336"/>
        </pc:sldMkLst>
        <pc:picChg chg="add mod">
          <ac:chgData name="Rachaita Dutta" userId="f22006c0bb25b989" providerId="LiveId" clId="{C9CC4FF0-0674-4239-A695-D4BB51F3ACF6}" dt="2025-10-14T17:07:14.377" v="1465" actId="14100"/>
          <ac:picMkLst>
            <pc:docMk/>
            <pc:sldMk cId="3687272112" sldId="336"/>
            <ac:picMk id="4" creationId="{AD30EBB7-6E2F-B87B-9EEF-F1F7103015E9}"/>
          </ac:picMkLst>
        </pc:picChg>
      </pc:sldChg>
      <pc:sldChg chg="addSp delSp modSp add mod">
        <pc:chgData name="Rachaita Dutta" userId="f22006c0bb25b989" providerId="LiveId" clId="{C9CC4FF0-0674-4239-A695-D4BB51F3ACF6}" dt="2025-10-16T06:12:09.646" v="1568" actId="113"/>
        <pc:sldMkLst>
          <pc:docMk/>
          <pc:sldMk cId="3804912215" sldId="337"/>
        </pc:sldMkLst>
        <pc:spChg chg="add mod">
          <ac:chgData name="Rachaita Dutta" userId="f22006c0bb25b989" providerId="LiveId" clId="{C9CC4FF0-0674-4239-A695-D4BB51F3ACF6}" dt="2025-10-16T06:12:09.646" v="1568" actId="113"/>
          <ac:spMkLst>
            <pc:docMk/>
            <pc:sldMk cId="3804912215" sldId="337"/>
            <ac:spMk id="5" creationId="{93BF5E12-9DBB-1AA9-D782-6DD78E124CCD}"/>
          </ac:spMkLst>
        </pc:spChg>
        <pc:spChg chg="add mod">
          <ac:chgData name="Rachaita Dutta" userId="f22006c0bb25b989" providerId="LiveId" clId="{C9CC4FF0-0674-4239-A695-D4BB51F3ACF6}" dt="2025-10-14T17:11:13.534" v="1495" actId="21"/>
          <ac:spMkLst>
            <pc:docMk/>
            <pc:sldMk cId="3804912215" sldId="337"/>
            <ac:spMk id="6" creationId="{A151E6ED-616E-CAC0-9BE3-B2BA785D9F2C}"/>
          </ac:spMkLst>
        </pc:spChg>
      </pc:sldChg>
      <pc:sldChg chg="addSp delSp modSp add mod">
        <pc:chgData name="Rachaita Dutta" userId="f22006c0bb25b989" providerId="LiveId" clId="{C9CC4FF0-0674-4239-A695-D4BB51F3ACF6}" dt="2025-10-14T17:08:11.439" v="1479" actId="14100"/>
        <pc:sldMkLst>
          <pc:docMk/>
          <pc:sldMk cId="3022104195" sldId="338"/>
        </pc:sldMkLst>
        <pc:picChg chg="add mod">
          <ac:chgData name="Rachaita Dutta" userId="f22006c0bb25b989" providerId="LiveId" clId="{C9CC4FF0-0674-4239-A695-D4BB51F3ACF6}" dt="2025-10-14T17:08:11.439" v="1479" actId="14100"/>
          <ac:picMkLst>
            <pc:docMk/>
            <pc:sldMk cId="3022104195" sldId="338"/>
            <ac:picMk id="4" creationId="{76B868D6-F332-2CF3-9032-4A9283AFE327}"/>
          </ac:picMkLst>
        </pc:picChg>
      </pc:sldChg>
      <pc:sldChg chg="addSp delSp modSp add mod">
        <pc:chgData name="Rachaita Dutta" userId="f22006c0bb25b989" providerId="LiveId" clId="{C9CC4FF0-0674-4239-A695-D4BB51F3ACF6}" dt="2025-10-14T17:08:35.823" v="1486" actId="14100"/>
        <pc:sldMkLst>
          <pc:docMk/>
          <pc:sldMk cId="2511350795" sldId="339"/>
        </pc:sldMkLst>
        <pc:picChg chg="add mod">
          <ac:chgData name="Rachaita Dutta" userId="f22006c0bb25b989" providerId="LiveId" clId="{C9CC4FF0-0674-4239-A695-D4BB51F3ACF6}" dt="2025-10-14T17:08:35.823" v="1486" actId="14100"/>
          <ac:picMkLst>
            <pc:docMk/>
            <pc:sldMk cId="2511350795" sldId="339"/>
            <ac:picMk id="4" creationId="{68C258D8-3E4E-A040-5BE3-A4AC3A747886}"/>
          </ac:picMkLst>
        </pc:picChg>
      </pc:sldChg>
      <pc:sldChg chg="addSp delSp modSp add mod">
        <pc:chgData name="Rachaita Dutta" userId="f22006c0bb25b989" providerId="LiveId" clId="{C9CC4FF0-0674-4239-A695-D4BB51F3ACF6}" dt="2025-10-14T17:12:22.305" v="1531" actId="14100"/>
        <pc:sldMkLst>
          <pc:docMk/>
          <pc:sldMk cId="1336844506" sldId="340"/>
        </pc:sldMkLst>
        <pc:picChg chg="add mod">
          <ac:chgData name="Rachaita Dutta" userId="f22006c0bb25b989" providerId="LiveId" clId="{C9CC4FF0-0674-4239-A695-D4BB51F3ACF6}" dt="2025-10-14T17:12:22.305" v="1531" actId="14100"/>
          <ac:picMkLst>
            <pc:docMk/>
            <pc:sldMk cId="1336844506" sldId="340"/>
            <ac:picMk id="3" creationId="{677310B8-4485-A685-43BD-9615DBC89DA3}"/>
          </ac:picMkLst>
        </pc:picChg>
      </pc:sldChg>
      <pc:sldChg chg="addSp delSp modSp add mod">
        <pc:chgData name="Rachaita Dutta" userId="f22006c0bb25b989" providerId="LiveId" clId="{C9CC4FF0-0674-4239-A695-D4BB51F3ACF6}" dt="2025-10-20T04:12:08.269" v="1749" actId="403"/>
        <pc:sldMkLst>
          <pc:docMk/>
          <pc:sldMk cId="3525163661" sldId="341"/>
        </pc:sldMkLst>
        <pc:spChg chg="add mod">
          <ac:chgData name="Rachaita Dutta" userId="f22006c0bb25b989" providerId="LiveId" clId="{C9CC4FF0-0674-4239-A695-D4BB51F3ACF6}" dt="2025-10-20T04:12:08.269" v="1749" actId="403"/>
          <ac:spMkLst>
            <pc:docMk/>
            <pc:sldMk cId="3525163661" sldId="341"/>
            <ac:spMk id="4" creationId="{45B8A60D-336C-3E93-0456-C9E308770C81}"/>
          </ac:spMkLst>
        </pc:spChg>
        <pc:picChg chg="add mod">
          <ac:chgData name="Rachaita Dutta" userId="f22006c0bb25b989" providerId="LiveId" clId="{C9CC4FF0-0674-4239-A695-D4BB51F3ACF6}" dt="2025-10-20T04:11:29.668" v="1710" actId="1076"/>
          <ac:picMkLst>
            <pc:docMk/>
            <pc:sldMk cId="3525163661" sldId="341"/>
            <ac:picMk id="3" creationId="{D8BA0878-C61A-468B-48E6-E2EDF4F42D57}"/>
          </ac:picMkLst>
        </pc:picChg>
      </pc:sldChg>
      <pc:sldChg chg="addSp delSp modSp add mod">
        <pc:chgData name="Rachaita Dutta" userId="f22006c0bb25b989" providerId="LiveId" clId="{C9CC4FF0-0674-4239-A695-D4BB51F3ACF6}" dt="2025-10-16T06:23:26.206" v="1582" actId="14100"/>
        <pc:sldMkLst>
          <pc:docMk/>
          <pc:sldMk cId="4228897919" sldId="342"/>
        </pc:sldMkLst>
        <pc:picChg chg="add mod">
          <ac:chgData name="Rachaita Dutta" userId="f22006c0bb25b989" providerId="LiveId" clId="{C9CC4FF0-0674-4239-A695-D4BB51F3ACF6}" dt="2025-10-16T06:23:26.206" v="1582" actId="14100"/>
          <ac:picMkLst>
            <pc:docMk/>
            <pc:sldMk cId="4228897919" sldId="342"/>
            <ac:picMk id="3" creationId="{9482F001-1E1B-B5AD-65B7-805BCAAA429B}"/>
          </ac:picMkLst>
        </pc:picChg>
      </pc:sldChg>
      <pc:sldChg chg="addSp delSp modSp add mod">
        <pc:chgData name="Rachaita Dutta" userId="f22006c0bb25b989" providerId="LiveId" clId="{C9CC4FF0-0674-4239-A695-D4BB51F3ACF6}" dt="2025-10-16T06:23:47.033" v="1589" actId="14100"/>
        <pc:sldMkLst>
          <pc:docMk/>
          <pc:sldMk cId="25423273" sldId="343"/>
        </pc:sldMkLst>
        <pc:picChg chg="add mod">
          <ac:chgData name="Rachaita Dutta" userId="f22006c0bb25b989" providerId="LiveId" clId="{C9CC4FF0-0674-4239-A695-D4BB51F3ACF6}" dt="2025-10-16T06:23:47.033" v="1589" actId="14100"/>
          <ac:picMkLst>
            <pc:docMk/>
            <pc:sldMk cId="25423273" sldId="343"/>
            <ac:picMk id="3" creationId="{139828B7-BD2B-7067-0427-4AAA14ED6B20}"/>
          </ac:picMkLst>
        </pc:picChg>
      </pc:sldChg>
      <pc:sldChg chg="addSp delSp modSp add mod">
        <pc:chgData name="Rachaita Dutta" userId="f22006c0bb25b989" providerId="LiveId" clId="{C9CC4FF0-0674-4239-A695-D4BB51F3ACF6}" dt="2025-10-16T06:24:09.008" v="1596" actId="14100"/>
        <pc:sldMkLst>
          <pc:docMk/>
          <pc:sldMk cId="2019445453" sldId="344"/>
        </pc:sldMkLst>
        <pc:picChg chg="add mod">
          <ac:chgData name="Rachaita Dutta" userId="f22006c0bb25b989" providerId="LiveId" clId="{C9CC4FF0-0674-4239-A695-D4BB51F3ACF6}" dt="2025-10-16T06:24:09.008" v="1596" actId="14100"/>
          <ac:picMkLst>
            <pc:docMk/>
            <pc:sldMk cId="2019445453" sldId="344"/>
            <ac:picMk id="3" creationId="{EACA4C9E-7D8B-5FDF-0FE0-BD5F1E65A926}"/>
          </ac:picMkLst>
        </pc:picChg>
      </pc:sldChg>
      <pc:sldChg chg="addSp delSp modSp new mod">
        <pc:chgData name="Rachaita Dutta" userId="f22006c0bb25b989" providerId="LiveId" clId="{C9CC4FF0-0674-4239-A695-D4BB51F3ACF6}" dt="2025-10-20T04:27:40.059" v="1751" actId="20577"/>
        <pc:sldMkLst>
          <pc:docMk/>
          <pc:sldMk cId="2234727466" sldId="345"/>
        </pc:sldMkLst>
        <pc:spChg chg="add mod">
          <ac:chgData name="Rachaita Dutta" userId="f22006c0bb25b989" providerId="LiveId" clId="{C9CC4FF0-0674-4239-A695-D4BB51F3ACF6}" dt="2025-10-20T04:27:40.059" v="1751" actId="20577"/>
          <ac:spMkLst>
            <pc:docMk/>
            <pc:sldMk cId="2234727466" sldId="345"/>
            <ac:spMk id="5" creationId="{AA7BBC27-888C-CD02-F759-B7E803F3C145}"/>
          </ac:spMkLst>
        </pc:spChg>
      </pc:sldChg>
      <pc:sldChg chg="new del">
        <pc:chgData name="Rachaita Dutta" userId="f22006c0bb25b989" providerId="LiveId" clId="{C9CC4FF0-0674-4239-A695-D4BB51F3ACF6}" dt="2025-10-16T06:47:33.212" v="1598" actId="680"/>
        <pc:sldMkLst>
          <pc:docMk/>
          <pc:sldMk cId="2877235054" sldId="345"/>
        </pc:sldMkLst>
      </pc:sldChg>
      <pc:sldChg chg="modSp add mod">
        <pc:chgData name="Rachaita Dutta" userId="f22006c0bb25b989" providerId="LiveId" clId="{C9CC4FF0-0674-4239-A695-D4BB51F3ACF6}" dt="2025-10-16T07:04:31.735" v="1702" actId="20577"/>
        <pc:sldMkLst>
          <pc:docMk/>
          <pc:sldMk cId="4232105569" sldId="346"/>
        </pc:sldMkLst>
        <pc:spChg chg="mod">
          <ac:chgData name="Rachaita Dutta" userId="f22006c0bb25b989" providerId="LiveId" clId="{C9CC4FF0-0674-4239-A695-D4BB51F3ACF6}" dt="2025-10-16T07:04:31.735" v="1702" actId="20577"/>
          <ac:spMkLst>
            <pc:docMk/>
            <pc:sldMk cId="4232105569" sldId="346"/>
            <ac:spMk id="5" creationId="{60C4B5AF-0E6B-3236-3D7A-89E8480D73EE}"/>
          </ac:spMkLst>
        </pc:spChg>
      </pc:sldChg>
      <pc:sldChg chg="addSp delSp modSp add mod">
        <pc:chgData name="Rachaita Dutta" userId="f22006c0bb25b989" providerId="LiveId" clId="{C9CC4FF0-0674-4239-A695-D4BB51F3ACF6}" dt="2025-10-16T17:45:08.832" v="1709" actId="14100"/>
        <pc:sldMkLst>
          <pc:docMk/>
          <pc:sldMk cId="3072863524" sldId="347"/>
        </pc:sldMkLst>
        <pc:picChg chg="add mod">
          <ac:chgData name="Rachaita Dutta" userId="f22006c0bb25b989" providerId="LiveId" clId="{C9CC4FF0-0674-4239-A695-D4BB51F3ACF6}" dt="2025-10-16T17:45:08.832" v="1709" actId="14100"/>
          <ac:picMkLst>
            <pc:docMk/>
            <pc:sldMk cId="3072863524" sldId="347"/>
            <ac:picMk id="3" creationId="{8C2EABD2-B2C7-2FE7-0F18-C642571DDCA4}"/>
          </ac:picMkLst>
        </pc:picChg>
      </pc:sldChg>
      <pc:sldMasterChg chg="modSp modSldLayout">
        <pc:chgData name="Rachaita Dutta" userId="f22006c0bb25b989" providerId="LiveId" clId="{C9CC4FF0-0674-4239-A695-D4BB51F3ACF6}" dt="2025-09-12T17:01:20.260" v="630"/>
        <pc:sldMasterMkLst>
          <pc:docMk/>
          <pc:sldMasterMk cId="1636003154" sldId="2147483648"/>
        </pc:sldMasterMkLst>
        <pc:sldLayoutChg chg="modSp">
          <pc:chgData name="Rachaita Dutta" userId="f22006c0bb25b989" providerId="LiveId" clId="{C9CC4FF0-0674-4239-A695-D4BB51F3ACF6}" dt="2025-09-12T17:01:20.260" v="630"/>
          <pc:sldLayoutMkLst>
            <pc:docMk/>
            <pc:sldMasterMk cId="1636003154" sldId="2147483648"/>
            <pc:sldLayoutMk cId="2223444060" sldId="2147483651"/>
          </pc:sldLayoutMkLst>
        </pc:sldLayoutChg>
        <pc:sldLayoutChg chg="modSp">
          <pc:chgData name="Rachaita Dutta" userId="f22006c0bb25b989" providerId="LiveId" clId="{C9CC4FF0-0674-4239-A695-D4BB51F3ACF6}" dt="2025-09-12T17:01:20.260" v="630"/>
          <pc:sldLayoutMkLst>
            <pc:docMk/>
            <pc:sldMasterMk cId="1636003154" sldId="2147483648"/>
            <pc:sldLayoutMk cId="3021782729" sldId="2147483654"/>
          </pc:sldLayoutMkLst>
        </pc:sldLayoutChg>
        <pc:sldLayoutChg chg="modSp">
          <pc:chgData name="Rachaita Dutta" userId="f22006c0bb25b989" providerId="LiveId" clId="{C9CC4FF0-0674-4239-A695-D4BB51F3ACF6}" dt="2025-09-12T17:01:20.260" v="630"/>
          <pc:sldLayoutMkLst>
            <pc:docMk/>
            <pc:sldMasterMk cId="1636003154" sldId="2147483648"/>
            <pc:sldLayoutMk cId="3429611174" sldId="2147483661"/>
          </pc:sldLayoutMkLst>
        </pc:sldLayoutChg>
        <pc:sldLayoutChg chg="modSp">
          <pc:chgData name="Rachaita Dutta" userId="f22006c0bb25b989" providerId="LiveId" clId="{C9CC4FF0-0674-4239-A695-D4BB51F3ACF6}" dt="2025-09-12T17:01:20.260" v="630"/>
          <pc:sldLayoutMkLst>
            <pc:docMk/>
            <pc:sldMasterMk cId="1636003154" sldId="2147483648"/>
            <pc:sldLayoutMk cId="4030094665" sldId="2147483664"/>
          </pc:sldLayoutMkLst>
        </pc:sldLayoutChg>
        <pc:sldLayoutChg chg="modSp">
          <pc:chgData name="Rachaita Dutta" userId="f22006c0bb25b989" providerId="LiveId" clId="{C9CC4FF0-0674-4239-A695-D4BB51F3ACF6}" dt="2025-09-12T17:01:20.260" v="630"/>
          <pc:sldLayoutMkLst>
            <pc:docMk/>
            <pc:sldMasterMk cId="1636003154" sldId="2147483648"/>
            <pc:sldLayoutMk cId="1657158466" sldId="2147483666"/>
          </pc:sldLayoutMkLst>
        </pc:sldLayoutChg>
        <pc:sldLayoutChg chg="modSp">
          <pc:chgData name="Rachaita Dutta" userId="f22006c0bb25b989" providerId="LiveId" clId="{C9CC4FF0-0674-4239-A695-D4BB51F3ACF6}" dt="2025-09-12T17:01:20.260" v="630"/>
          <pc:sldLayoutMkLst>
            <pc:docMk/>
            <pc:sldMasterMk cId="1636003154" sldId="2147483648"/>
            <pc:sldLayoutMk cId="3452433515" sldId="2147483670"/>
          </pc:sldLayoutMkLst>
        </pc:sldLayoutChg>
        <pc:sldLayoutChg chg="modSp">
          <pc:chgData name="Rachaita Dutta" userId="f22006c0bb25b989" providerId="LiveId" clId="{C9CC4FF0-0674-4239-A695-D4BB51F3ACF6}" dt="2025-09-12T17:01:20.260" v="630"/>
          <pc:sldLayoutMkLst>
            <pc:docMk/>
            <pc:sldMasterMk cId="1636003154" sldId="2147483648"/>
            <pc:sldLayoutMk cId="747404475" sldId="2147483673"/>
          </pc:sldLayoutMkLst>
        </pc:sldLayoutChg>
        <pc:sldLayoutChg chg="modSp">
          <pc:chgData name="Rachaita Dutta" userId="f22006c0bb25b989" providerId="LiveId" clId="{C9CC4FF0-0674-4239-A695-D4BB51F3ACF6}" dt="2025-09-12T17:01:20.260" v="630"/>
          <pc:sldLayoutMkLst>
            <pc:docMk/>
            <pc:sldMasterMk cId="1636003154" sldId="2147483648"/>
            <pc:sldLayoutMk cId="1970575627" sldId="2147483674"/>
          </pc:sldLayoutMkLst>
        </pc:sldLayoutChg>
        <pc:sldLayoutChg chg="modSp">
          <pc:chgData name="Rachaita Dutta" userId="f22006c0bb25b989" providerId="LiveId" clId="{C9CC4FF0-0674-4239-A695-D4BB51F3ACF6}" dt="2025-09-12T17:01:20.260" v="630"/>
          <pc:sldLayoutMkLst>
            <pc:docMk/>
            <pc:sldMasterMk cId="1636003154" sldId="2147483648"/>
            <pc:sldLayoutMk cId="3659711355" sldId="2147483675"/>
          </pc:sldLayoutMkLst>
        </pc:sldLayoutChg>
        <pc:sldLayoutChg chg="modSp">
          <pc:chgData name="Rachaita Dutta" userId="f22006c0bb25b989" providerId="LiveId" clId="{C9CC4FF0-0674-4239-A695-D4BB51F3ACF6}" dt="2025-09-12T17:01:20.260" v="630"/>
          <pc:sldLayoutMkLst>
            <pc:docMk/>
            <pc:sldMasterMk cId="1636003154" sldId="2147483648"/>
            <pc:sldLayoutMk cId="3338622671" sldId="2147483676"/>
          </pc:sldLayoutMkLst>
        </pc:sldLayoutChg>
        <pc:sldLayoutChg chg="modSp">
          <pc:chgData name="Rachaita Dutta" userId="f22006c0bb25b989" providerId="LiveId" clId="{C9CC4FF0-0674-4239-A695-D4BB51F3ACF6}" dt="2025-09-12T17:01:20.260" v="630"/>
          <pc:sldLayoutMkLst>
            <pc:docMk/>
            <pc:sldMasterMk cId="1636003154" sldId="2147483648"/>
            <pc:sldLayoutMk cId="4027163612" sldId="2147483678"/>
          </pc:sldLayoutMkLst>
        </pc:sldLayoutChg>
        <pc:sldLayoutChg chg="modSp">
          <pc:chgData name="Rachaita Dutta" userId="f22006c0bb25b989" providerId="LiveId" clId="{C9CC4FF0-0674-4239-A695-D4BB51F3ACF6}" dt="2025-09-12T17:01:20.260" v="630"/>
          <pc:sldLayoutMkLst>
            <pc:docMk/>
            <pc:sldMasterMk cId="1636003154" sldId="2147483648"/>
            <pc:sldLayoutMk cId="2236171487" sldId="2147483680"/>
          </pc:sldLayoutMkLst>
        </pc:sldLayoutChg>
        <pc:sldLayoutChg chg="modSp">
          <pc:chgData name="Rachaita Dutta" userId="f22006c0bb25b989" providerId="LiveId" clId="{C9CC4FF0-0674-4239-A695-D4BB51F3ACF6}" dt="2025-09-12T17:01:20.260" v="630"/>
          <pc:sldLayoutMkLst>
            <pc:docMk/>
            <pc:sldMasterMk cId="1636003154" sldId="2147483648"/>
            <pc:sldLayoutMk cId="339423165" sldId="2147483681"/>
          </pc:sldLayoutMkLst>
        </pc:sldLayoutChg>
        <pc:sldLayoutChg chg="modSp">
          <pc:chgData name="Rachaita Dutta" userId="f22006c0bb25b989" providerId="LiveId" clId="{C9CC4FF0-0674-4239-A695-D4BB51F3ACF6}" dt="2025-09-12T17:01:20.260" v="630"/>
          <pc:sldLayoutMkLst>
            <pc:docMk/>
            <pc:sldMasterMk cId="1636003154" sldId="2147483648"/>
            <pc:sldLayoutMk cId="2306274893" sldId="2147483682"/>
          </pc:sldLayoutMkLst>
        </pc:sldLayoutChg>
      </pc:sldMasterChg>
    </pc:docChg>
  </pc:docChgLst>
  <pc:docChgLst>
    <pc:chgData name="Rachaita Dutta" userId="f22006c0bb25b989" providerId="LiveId" clId="{5096F3FA-1780-400F-9307-D6218CE6B574}"/>
    <pc:docChg chg="undo custSel addSld delSld modSld">
      <pc:chgData name="Rachaita Dutta" userId="f22006c0bb25b989" providerId="LiveId" clId="{5096F3FA-1780-400F-9307-D6218CE6B574}" dt="2025-09-05T07:21:52.282" v="2135" actId="47"/>
      <pc:docMkLst>
        <pc:docMk/>
      </pc:docMkLst>
      <pc:sldChg chg="delSp modSp mod">
        <pc:chgData name="Rachaita Dutta" userId="f22006c0bb25b989" providerId="LiveId" clId="{5096F3FA-1780-400F-9307-D6218CE6B574}" dt="2025-09-04T10:12:48.824" v="746" actId="403"/>
        <pc:sldMkLst>
          <pc:docMk/>
          <pc:sldMk cId="2222324472" sldId="308"/>
        </pc:sldMkLst>
      </pc:sldChg>
      <pc:sldChg chg="modSp mod">
        <pc:chgData name="Rachaita Dutta" userId="f22006c0bb25b989" providerId="LiveId" clId="{5096F3FA-1780-400F-9307-D6218CE6B574}" dt="2025-09-02T16:36:56.122" v="22" actId="1076"/>
        <pc:sldMkLst>
          <pc:docMk/>
          <pc:sldMk cId="1338167130" sldId="317"/>
        </pc:sldMkLst>
      </pc:sldChg>
      <pc:sldChg chg="addSp modSp add mod">
        <pc:chgData name="Rachaita Dutta" userId="f22006c0bb25b989" providerId="LiveId" clId="{5096F3FA-1780-400F-9307-D6218CE6B574}" dt="2025-09-03T09:40:21.480" v="442" actId="1076"/>
        <pc:sldMkLst>
          <pc:docMk/>
          <pc:sldMk cId="2327602309" sldId="318"/>
        </pc:sldMkLst>
      </pc:sldChg>
      <pc:sldChg chg="addSp delSp modSp new mod">
        <pc:chgData name="Rachaita Dutta" userId="f22006c0bb25b989" providerId="LiveId" clId="{5096F3FA-1780-400F-9307-D6218CE6B574}" dt="2025-09-03T05:35:00.028" v="390" actId="207"/>
        <pc:sldMkLst>
          <pc:docMk/>
          <pc:sldMk cId="3974836523" sldId="319"/>
        </pc:sldMkLst>
      </pc:sldChg>
      <pc:sldChg chg="addSp delSp modSp new mod">
        <pc:chgData name="Rachaita Dutta" userId="f22006c0bb25b989" providerId="LiveId" clId="{5096F3FA-1780-400F-9307-D6218CE6B574}" dt="2025-09-03T09:43:18.673" v="515" actId="404"/>
        <pc:sldMkLst>
          <pc:docMk/>
          <pc:sldMk cId="3783136886" sldId="320"/>
        </pc:sldMkLst>
      </pc:sldChg>
      <pc:sldChg chg="del">
        <pc:chgData name="Rachaita Dutta" userId="f22006c0bb25b989" providerId="LiveId" clId="{5096F3FA-1780-400F-9307-D6218CE6B574}" dt="2025-09-02T17:12:09.026" v="207" actId="47"/>
        <pc:sldMkLst>
          <pc:docMk/>
          <pc:sldMk cId="710943388" sldId="321"/>
        </pc:sldMkLst>
      </pc:sldChg>
      <pc:sldChg chg="addSp delSp modSp new mod">
        <pc:chgData name="Rachaita Dutta" userId="f22006c0bb25b989" providerId="LiveId" clId="{5096F3FA-1780-400F-9307-D6218CE6B574}" dt="2025-09-03T10:27:24.530" v="629" actId="14100"/>
        <pc:sldMkLst>
          <pc:docMk/>
          <pc:sldMk cId="1330460107" sldId="321"/>
        </pc:sldMkLst>
      </pc:sldChg>
      <pc:sldChg chg="addSp delSp modSp new mod">
        <pc:chgData name="Rachaita Dutta" userId="f22006c0bb25b989" providerId="LiveId" clId="{5096F3FA-1780-400F-9307-D6218CE6B574}" dt="2025-09-03T10:27:56.021" v="637" actId="14100"/>
        <pc:sldMkLst>
          <pc:docMk/>
          <pc:sldMk cId="1644534217" sldId="322"/>
        </pc:sldMkLst>
      </pc:sldChg>
      <pc:sldChg chg="addSp delSp modSp new mod">
        <pc:chgData name="Rachaita Dutta" userId="f22006c0bb25b989" providerId="LiveId" clId="{5096F3FA-1780-400F-9307-D6218CE6B574}" dt="2025-09-04T10:13:34.414" v="792" actId="12"/>
        <pc:sldMkLst>
          <pc:docMk/>
          <pc:sldMk cId="2497304798" sldId="323"/>
        </pc:sldMkLst>
      </pc:sldChg>
      <pc:sldChg chg="modSp add mod">
        <pc:chgData name="Rachaita Dutta" userId="f22006c0bb25b989" providerId="LiveId" clId="{5096F3FA-1780-400F-9307-D6218CE6B574}" dt="2025-09-04T17:03:15.746" v="1377" actId="20577"/>
        <pc:sldMkLst>
          <pc:docMk/>
          <pc:sldMk cId="669990853" sldId="324"/>
        </pc:sldMkLst>
      </pc:sldChg>
      <pc:sldChg chg="addSp delSp modSp new mod">
        <pc:chgData name="Rachaita Dutta" userId="f22006c0bb25b989" providerId="LiveId" clId="{5096F3FA-1780-400F-9307-D6218CE6B574}" dt="2025-09-04T17:01:11.828" v="1366" actId="20577"/>
        <pc:sldMkLst>
          <pc:docMk/>
          <pc:sldMk cId="3573114140" sldId="325"/>
        </pc:sldMkLst>
      </pc:sldChg>
      <pc:sldChg chg="modSp add mod">
        <pc:chgData name="Rachaita Dutta" userId="f22006c0bb25b989" providerId="LiveId" clId="{5096F3FA-1780-400F-9307-D6218CE6B574}" dt="2025-09-04T17:11:45.974" v="1545" actId="1076"/>
        <pc:sldMkLst>
          <pc:docMk/>
          <pc:sldMk cId="340494408" sldId="326"/>
        </pc:sldMkLst>
      </pc:sldChg>
      <pc:sldChg chg="del">
        <pc:chgData name="Rachaita Dutta" userId="f22006c0bb25b989" providerId="LiveId" clId="{5096F3FA-1780-400F-9307-D6218CE6B574}" dt="2025-09-02T17:12:05.917" v="203" actId="47"/>
        <pc:sldMkLst>
          <pc:docMk/>
          <pc:sldMk cId="1180625356" sldId="326"/>
        </pc:sldMkLst>
      </pc:sldChg>
      <pc:sldChg chg="modSp add mod">
        <pc:chgData name="Rachaita Dutta" userId="f22006c0bb25b989" providerId="LiveId" clId="{5096F3FA-1780-400F-9307-D6218CE6B574}" dt="2025-09-05T06:08:58.978" v="1717" actId="207"/>
        <pc:sldMkLst>
          <pc:docMk/>
          <pc:sldMk cId="1030558435" sldId="327"/>
        </pc:sldMkLst>
      </pc:sldChg>
      <pc:sldChg chg="del">
        <pc:chgData name="Rachaita Dutta" userId="f22006c0bb25b989" providerId="LiveId" clId="{5096F3FA-1780-400F-9307-D6218CE6B574}" dt="2025-09-02T17:12:07.528" v="204" actId="47"/>
        <pc:sldMkLst>
          <pc:docMk/>
          <pc:sldMk cId="4279156665" sldId="327"/>
        </pc:sldMkLst>
      </pc:sldChg>
      <pc:sldChg chg="addSp delSp modSp add mod">
        <pc:chgData name="Rachaita Dutta" userId="f22006c0bb25b989" providerId="LiveId" clId="{5096F3FA-1780-400F-9307-D6218CE6B574}" dt="2025-09-05T06:25:25.144" v="1924" actId="207"/>
        <pc:sldMkLst>
          <pc:docMk/>
          <pc:sldMk cId="831985995" sldId="328"/>
        </pc:sldMkLst>
      </pc:sldChg>
      <pc:sldChg chg="del">
        <pc:chgData name="Rachaita Dutta" userId="f22006c0bb25b989" providerId="LiveId" clId="{5096F3FA-1780-400F-9307-D6218CE6B574}" dt="2025-09-02T17:12:08.310" v="205" actId="47"/>
        <pc:sldMkLst>
          <pc:docMk/>
          <pc:sldMk cId="3558364660" sldId="328"/>
        </pc:sldMkLst>
      </pc:sldChg>
      <pc:sldChg chg="del">
        <pc:chgData name="Rachaita Dutta" userId="f22006c0bb25b989" providerId="LiveId" clId="{5096F3FA-1780-400F-9307-D6218CE6B574}" dt="2025-09-02T17:12:08.611" v="206" actId="47"/>
        <pc:sldMkLst>
          <pc:docMk/>
          <pc:sldMk cId="2747084965" sldId="329"/>
        </pc:sldMkLst>
      </pc:sldChg>
      <pc:sldChg chg="addSp modSp add mod">
        <pc:chgData name="Rachaita Dutta" userId="f22006c0bb25b989" providerId="LiveId" clId="{5096F3FA-1780-400F-9307-D6218CE6B574}" dt="2025-09-05T07:21:47.044" v="2134" actId="1076"/>
        <pc:sldMkLst>
          <pc:docMk/>
          <pc:sldMk cId="4133031817" sldId="329"/>
        </pc:sldMkLst>
      </pc:sldChg>
      <pc:sldChg chg="modSp add mod">
        <pc:chgData name="Rachaita Dutta" userId="f22006c0bb25b989" providerId="LiveId" clId="{5096F3FA-1780-400F-9307-D6218CE6B574}" dt="2025-09-05T06:34:34.313" v="2075" actId="20577"/>
        <pc:sldMkLst>
          <pc:docMk/>
          <pc:sldMk cId="1163874103" sldId="330"/>
        </pc:sldMkLst>
      </pc:sldChg>
      <pc:sldChg chg="del">
        <pc:chgData name="Rachaita Dutta" userId="f22006c0bb25b989" providerId="LiveId" clId="{5096F3FA-1780-400F-9307-D6218CE6B574}" dt="2025-09-02T17:12:09.218" v="208" actId="47"/>
        <pc:sldMkLst>
          <pc:docMk/>
          <pc:sldMk cId="1899234317" sldId="330"/>
        </pc:sldMkLst>
      </pc:sldChg>
      <pc:sldChg chg="del">
        <pc:chgData name="Rachaita Dutta" userId="f22006c0bb25b989" providerId="LiveId" clId="{5096F3FA-1780-400F-9307-D6218CE6B574}" dt="2025-09-02T17:12:09.378" v="209" actId="47"/>
        <pc:sldMkLst>
          <pc:docMk/>
          <pc:sldMk cId="423037299" sldId="331"/>
        </pc:sldMkLst>
      </pc:sldChg>
      <pc:sldChg chg="delSp modSp add del mod">
        <pc:chgData name="Rachaita Dutta" userId="f22006c0bb25b989" providerId="LiveId" clId="{5096F3FA-1780-400F-9307-D6218CE6B574}" dt="2025-09-05T07:21:52.282" v="2135" actId="47"/>
        <pc:sldMkLst>
          <pc:docMk/>
          <pc:sldMk cId="1420782377" sldId="331"/>
        </pc:sldMkLst>
      </pc:sldChg>
      <pc:sldChg chg="del">
        <pc:chgData name="Rachaita Dutta" userId="f22006c0bb25b989" providerId="LiveId" clId="{5096F3FA-1780-400F-9307-D6218CE6B574}" dt="2025-09-02T17:12:09.513" v="210" actId="47"/>
        <pc:sldMkLst>
          <pc:docMk/>
          <pc:sldMk cId="553079627" sldId="332"/>
        </pc:sldMkLst>
      </pc:sldChg>
      <pc:sldChg chg="del">
        <pc:chgData name="Rachaita Dutta" userId="f22006c0bb25b989" providerId="LiveId" clId="{5096F3FA-1780-400F-9307-D6218CE6B574}" dt="2025-09-02T17:12:09.603" v="211" actId="47"/>
        <pc:sldMkLst>
          <pc:docMk/>
          <pc:sldMk cId="51637171" sldId="333"/>
        </pc:sldMkLst>
      </pc:sldChg>
      <pc:sldChg chg="del">
        <pc:chgData name="Rachaita Dutta" userId="f22006c0bb25b989" providerId="LiveId" clId="{5096F3FA-1780-400F-9307-D6218CE6B574}" dt="2025-09-02T17:12:09.728" v="212" actId="47"/>
        <pc:sldMkLst>
          <pc:docMk/>
          <pc:sldMk cId="2106418936" sldId="334"/>
        </pc:sldMkLst>
      </pc:sldChg>
      <pc:sldChg chg="del">
        <pc:chgData name="Rachaita Dutta" userId="f22006c0bb25b989" providerId="LiveId" clId="{5096F3FA-1780-400F-9307-D6218CE6B574}" dt="2025-09-02T17:12:09.865" v="213" actId="47"/>
        <pc:sldMkLst>
          <pc:docMk/>
          <pc:sldMk cId="895907780" sldId="335"/>
        </pc:sldMkLst>
      </pc:sldChg>
      <pc:sldChg chg="del">
        <pc:chgData name="Rachaita Dutta" userId="f22006c0bb25b989" providerId="LiveId" clId="{5096F3FA-1780-400F-9307-D6218CE6B574}" dt="2025-09-02T17:12:10.435" v="214" actId="47"/>
        <pc:sldMkLst>
          <pc:docMk/>
          <pc:sldMk cId="4042798996" sldId="336"/>
        </pc:sldMkLst>
      </pc:sldChg>
      <pc:sldChg chg="del">
        <pc:chgData name="Rachaita Dutta" userId="f22006c0bb25b989" providerId="LiveId" clId="{5096F3FA-1780-400F-9307-D6218CE6B574}" dt="2025-09-02T17:12:10.552" v="215" actId="47"/>
        <pc:sldMkLst>
          <pc:docMk/>
          <pc:sldMk cId="2740065160" sldId="337"/>
        </pc:sldMkLst>
      </pc:sldChg>
      <pc:sldChg chg="del">
        <pc:chgData name="Rachaita Dutta" userId="f22006c0bb25b989" providerId="LiveId" clId="{5096F3FA-1780-400F-9307-D6218CE6B574}" dt="2025-09-02T17:12:10.642" v="216" actId="47"/>
        <pc:sldMkLst>
          <pc:docMk/>
          <pc:sldMk cId="3952391792" sldId="338"/>
        </pc:sldMkLst>
      </pc:sldChg>
      <pc:sldChg chg="del">
        <pc:chgData name="Rachaita Dutta" userId="f22006c0bb25b989" providerId="LiveId" clId="{5096F3FA-1780-400F-9307-D6218CE6B574}" dt="2025-09-02T17:12:10.763" v="217" actId="47"/>
        <pc:sldMkLst>
          <pc:docMk/>
          <pc:sldMk cId="752718731" sldId="339"/>
        </pc:sldMkLst>
      </pc:sldChg>
      <pc:sldChg chg="del">
        <pc:chgData name="Rachaita Dutta" userId="f22006c0bb25b989" providerId="LiveId" clId="{5096F3FA-1780-400F-9307-D6218CE6B574}" dt="2025-09-02T17:12:11.307" v="218" actId="47"/>
        <pc:sldMkLst>
          <pc:docMk/>
          <pc:sldMk cId="2139116331" sldId="340"/>
        </pc:sldMkLst>
      </pc:sldChg>
      <pc:sldChg chg="del">
        <pc:chgData name="Rachaita Dutta" userId="f22006c0bb25b989" providerId="LiveId" clId="{5096F3FA-1780-400F-9307-D6218CE6B574}" dt="2025-09-02T17:12:11.447" v="219" actId="47"/>
        <pc:sldMkLst>
          <pc:docMk/>
          <pc:sldMk cId="66020857" sldId="341"/>
        </pc:sldMkLst>
      </pc:sldChg>
      <pc:sldChg chg="del">
        <pc:chgData name="Rachaita Dutta" userId="f22006c0bb25b989" providerId="LiveId" clId="{5096F3FA-1780-400F-9307-D6218CE6B574}" dt="2025-09-02T17:12:11.581" v="220" actId="47"/>
        <pc:sldMkLst>
          <pc:docMk/>
          <pc:sldMk cId="1276066728" sldId="342"/>
        </pc:sldMkLst>
      </pc:sldChg>
      <pc:sldChg chg="del">
        <pc:chgData name="Rachaita Dutta" userId="f22006c0bb25b989" providerId="LiveId" clId="{5096F3FA-1780-400F-9307-D6218CE6B574}" dt="2025-09-02T17:12:11.667" v="221" actId="47"/>
        <pc:sldMkLst>
          <pc:docMk/>
          <pc:sldMk cId="2604850631" sldId="343"/>
        </pc:sldMkLst>
      </pc:sldChg>
      <pc:sldChg chg="del">
        <pc:chgData name="Rachaita Dutta" userId="f22006c0bb25b989" providerId="LiveId" clId="{5096F3FA-1780-400F-9307-D6218CE6B574}" dt="2025-09-02T17:12:11.793" v="222" actId="47"/>
        <pc:sldMkLst>
          <pc:docMk/>
          <pc:sldMk cId="4266880481" sldId="344"/>
        </pc:sldMkLst>
      </pc:sldChg>
      <pc:sldChg chg="del">
        <pc:chgData name="Rachaita Dutta" userId="f22006c0bb25b989" providerId="LiveId" clId="{5096F3FA-1780-400F-9307-D6218CE6B574}" dt="2025-09-02T17:12:12.273" v="223" actId="47"/>
        <pc:sldMkLst>
          <pc:docMk/>
          <pc:sldMk cId="1243061524" sldId="345"/>
        </pc:sldMkLst>
      </pc:sldChg>
      <pc:sldChg chg="del">
        <pc:chgData name="Rachaita Dutta" userId="f22006c0bb25b989" providerId="LiveId" clId="{5096F3FA-1780-400F-9307-D6218CE6B574}" dt="2025-09-02T17:12:12.398" v="224" actId="47"/>
        <pc:sldMkLst>
          <pc:docMk/>
          <pc:sldMk cId="3533758584" sldId="346"/>
        </pc:sldMkLst>
      </pc:sldChg>
      <pc:sldChg chg="del">
        <pc:chgData name="Rachaita Dutta" userId="f22006c0bb25b989" providerId="LiveId" clId="{5096F3FA-1780-400F-9307-D6218CE6B574}" dt="2025-09-02T17:12:12.636" v="225" actId="47"/>
        <pc:sldMkLst>
          <pc:docMk/>
          <pc:sldMk cId="240184579" sldId="347"/>
        </pc:sldMkLst>
      </pc:sldChg>
      <pc:sldChg chg="del">
        <pc:chgData name="Rachaita Dutta" userId="f22006c0bb25b989" providerId="LiveId" clId="{5096F3FA-1780-400F-9307-D6218CE6B574}" dt="2025-09-02T17:12:12.747" v="226" actId="47"/>
        <pc:sldMkLst>
          <pc:docMk/>
          <pc:sldMk cId="4283436009" sldId="348"/>
        </pc:sldMkLst>
      </pc:sldChg>
      <pc:sldChg chg="del">
        <pc:chgData name="Rachaita Dutta" userId="f22006c0bb25b989" providerId="LiveId" clId="{5096F3FA-1780-400F-9307-D6218CE6B574}" dt="2025-09-02T17:12:12.843" v="227" actId="47"/>
        <pc:sldMkLst>
          <pc:docMk/>
          <pc:sldMk cId="3451658131" sldId="349"/>
        </pc:sldMkLst>
      </pc:sldChg>
      <pc:sldChg chg="del">
        <pc:chgData name="Rachaita Dutta" userId="f22006c0bb25b989" providerId="LiveId" clId="{5096F3FA-1780-400F-9307-D6218CE6B574}" dt="2025-09-02T17:12:12.983" v="228" actId="47"/>
        <pc:sldMkLst>
          <pc:docMk/>
          <pc:sldMk cId="3859169803" sldId="350"/>
        </pc:sldMkLst>
      </pc:sldChg>
      <pc:sldChg chg="del">
        <pc:chgData name="Rachaita Dutta" userId="f22006c0bb25b989" providerId="LiveId" clId="{5096F3FA-1780-400F-9307-D6218CE6B574}" dt="2025-09-02T17:12:13.127" v="229" actId="47"/>
        <pc:sldMkLst>
          <pc:docMk/>
          <pc:sldMk cId="1839402328" sldId="351"/>
        </pc:sldMkLst>
      </pc:sldChg>
      <pc:sldChg chg="del">
        <pc:chgData name="Rachaita Dutta" userId="f22006c0bb25b989" providerId="LiveId" clId="{5096F3FA-1780-400F-9307-D6218CE6B574}" dt="2025-09-02T17:12:13.597" v="230" actId="47"/>
        <pc:sldMkLst>
          <pc:docMk/>
          <pc:sldMk cId="930711633" sldId="352"/>
        </pc:sldMkLst>
      </pc:sldChg>
      <pc:sldChg chg="del">
        <pc:chgData name="Rachaita Dutta" userId="f22006c0bb25b989" providerId="LiveId" clId="{5096F3FA-1780-400F-9307-D6218CE6B574}" dt="2025-09-02T17:12:13.758" v="231" actId="47"/>
        <pc:sldMkLst>
          <pc:docMk/>
          <pc:sldMk cId="3424777493" sldId="353"/>
        </pc:sldMkLst>
      </pc:sldChg>
      <pc:sldChg chg="del">
        <pc:chgData name="Rachaita Dutta" userId="f22006c0bb25b989" providerId="LiveId" clId="{5096F3FA-1780-400F-9307-D6218CE6B574}" dt="2025-09-02T17:12:13.841" v="232" actId="47"/>
        <pc:sldMkLst>
          <pc:docMk/>
          <pc:sldMk cId="431625271" sldId="354"/>
        </pc:sldMkLst>
      </pc:sldChg>
      <pc:sldChg chg="del">
        <pc:chgData name="Rachaita Dutta" userId="f22006c0bb25b989" providerId="LiveId" clId="{5096F3FA-1780-400F-9307-D6218CE6B574}" dt="2025-09-02T17:12:13.977" v="233" actId="47"/>
        <pc:sldMkLst>
          <pc:docMk/>
          <pc:sldMk cId="2145720408" sldId="355"/>
        </pc:sldMkLst>
      </pc:sldChg>
      <pc:sldChg chg="del">
        <pc:chgData name="Rachaita Dutta" userId="f22006c0bb25b989" providerId="LiveId" clId="{5096F3FA-1780-400F-9307-D6218CE6B574}" dt="2025-09-02T17:12:14.734" v="236" actId="47"/>
        <pc:sldMkLst>
          <pc:docMk/>
          <pc:sldMk cId="1958625577" sldId="356"/>
        </pc:sldMkLst>
      </pc:sldChg>
      <pc:sldChg chg="del">
        <pc:chgData name="Rachaita Dutta" userId="f22006c0bb25b989" providerId="LiveId" clId="{5096F3FA-1780-400F-9307-D6218CE6B574}" dt="2025-09-02T17:12:14.493" v="234" actId="47"/>
        <pc:sldMkLst>
          <pc:docMk/>
          <pc:sldMk cId="1562970067" sldId="357"/>
        </pc:sldMkLst>
      </pc:sldChg>
      <pc:sldChg chg="del">
        <pc:chgData name="Rachaita Dutta" userId="f22006c0bb25b989" providerId="LiveId" clId="{5096F3FA-1780-400F-9307-D6218CE6B574}" dt="2025-09-02T17:12:14.625" v="235" actId="47"/>
        <pc:sldMkLst>
          <pc:docMk/>
          <pc:sldMk cId="419046679" sldId="358"/>
        </pc:sldMkLst>
      </pc:sldChg>
      <pc:sldChg chg="del">
        <pc:chgData name="Rachaita Dutta" userId="f22006c0bb25b989" providerId="LiveId" clId="{5096F3FA-1780-400F-9307-D6218CE6B574}" dt="2025-09-02T17:12:14.907" v="237" actId="47"/>
        <pc:sldMkLst>
          <pc:docMk/>
          <pc:sldMk cId="4267959002" sldId="359"/>
        </pc:sldMkLst>
      </pc:sldChg>
      <pc:sldChg chg="del">
        <pc:chgData name="Rachaita Dutta" userId="f22006c0bb25b989" providerId="LiveId" clId="{5096F3FA-1780-400F-9307-D6218CE6B574}" dt="2025-09-02T17:12:14.938" v="238" actId="47"/>
        <pc:sldMkLst>
          <pc:docMk/>
          <pc:sldMk cId="1666454936" sldId="360"/>
        </pc:sldMkLst>
      </pc:sldChg>
      <pc:sldChg chg="del">
        <pc:chgData name="Rachaita Dutta" userId="f22006c0bb25b989" providerId="LiveId" clId="{5096F3FA-1780-400F-9307-D6218CE6B574}" dt="2025-09-02T17:12:15.039" v="239" actId="47"/>
        <pc:sldMkLst>
          <pc:docMk/>
          <pc:sldMk cId="1959932112" sldId="361"/>
        </pc:sldMkLst>
      </pc:sldChg>
      <pc:sldChg chg="del">
        <pc:chgData name="Rachaita Dutta" userId="f22006c0bb25b989" providerId="LiveId" clId="{5096F3FA-1780-400F-9307-D6218CE6B574}" dt="2025-09-02T17:12:15.190" v="240" actId="47"/>
        <pc:sldMkLst>
          <pc:docMk/>
          <pc:sldMk cId="2638159120" sldId="362"/>
        </pc:sldMkLst>
      </pc:sldChg>
      <pc:sldChg chg="del">
        <pc:chgData name="Rachaita Dutta" userId="f22006c0bb25b989" providerId="LiveId" clId="{5096F3FA-1780-400F-9307-D6218CE6B574}" dt="2025-09-02T17:12:16.581" v="241" actId="47"/>
        <pc:sldMkLst>
          <pc:docMk/>
          <pc:sldMk cId="851274884" sldId="363"/>
        </pc:sldMkLst>
      </pc:sldChg>
    </pc:docChg>
  </pc:docChgLst>
  <pc:docChgLst>
    <pc:chgData name="Rachaita Dutta" userId="f22006c0bb25b989" providerId="LiveId" clId="{BD8D798F-085B-4A0F-AD29-2F97537857FF}"/>
    <pc:docChg chg="undo custSel addSld delSld modSld">
      <pc:chgData name="Rachaita Dutta" userId="f22006c0bb25b989" providerId="LiveId" clId="{BD8D798F-085B-4A0F-AD29-2F97537857FF}" dt="2025-09-01T17:57:17.884" v="8339" actId="20577"/>
      <pc:docMkLst>
        <pc:docMk/>
      </pc:docMkLst>
      <pc:sldChg chg="del">
        <pc:chgData name="Rachaita Dutta" userId="f22006c0bb25b989" providerId="LiveId" clId="{BD8D798F-085B-4A0F-AD29-2F97537857FF}" dt="2025-08-22T04:31:08.779" v="39" actId="47"/>
        <pc:sldMkLst>
          <pc:docMk/>
          <pc:sldMk cId="586478555" sldId="307"/>
        </pc:sldMkLst>
      </pc:sldChg>
      <pc:sldChg chg="addSp delSp modSp mod">
        <pc:chgData name="Rachaita Dutta" userId="f22006c0bb25b989" providerId="LiveId" clId="{BD8D798F-085B-4A0F-AD29-2F97537857FF}" dt="2025-08-22T05:07:15.991" v="306" actId="478"/>
        <pc:sldMkLst>
          <pc:docMk/>
          <pc:sldMk cId="2222324472" sldId="308"/>
        </pc:sldMkLst>
      </pc:sldChg>
      <pc:sldChg chg="del">
        <pc:chgData name="Rachaita Dutta" userId="f22006c0bb25b989" providerId="LiveId" clId="{BD8D798F-085B-4A0F-AD29-2F97537857FF}" dt="2025-08-22T05:07:27.868" v="308" actId="47"/>
        <pc:sldMkLst>
          <pc:docMk/>
          <pc:sldMk cId="1966913227" sldId="309"/>
        </pc:sldMkLst>
      </pc:sldChg>
      <pc:sldChg chg="del">
        <pc:chgData name="Rachaita Dutta" userId="f22006c0bb25b989" providerId="LiveId" clId="{BD8D798F-085B-4A0F-AD29-2F97537857FF}" dt="2025-08-22T15:45:18.412" v="508" actId="47"/>
        <pc:sldMkLst>
          <pc:docMk/>
          <pc:sldMk cId="3064996118" sldId="315"/>
        </pc:sldMkLst>
      </pc:sldChg>
      <pc:sldChg chg="del">
        <pc:chgData name="Rachaita Dutta" userId="f22006c0bb25b989" providerId="LiveId" clId="{BD8D798F-085B-4A0F-AD29-2F97537857FF}" dt="2025-08-22T17:54:35.919" v="1639" actId="47"/>
        <pc:sldMkLst>
          <pc:docMk/>
          <pc:sldMk cId="537809529" sldId="316"/>
        </pc:sldMkLst>
      </pc:sldChg>
      <pc:sldChg chg="modSp mod">
        <pc:chgData name="Rachaita Dutta" userId="f22006c0bb25b989" providerId="LiveId" clId="{BD8D798F-085B-4A0F-AD29-2F97537857FF}" dt="2025-08-22T04:30:58.148" v="38" actId="403"/>
        <pc:sldMkLst>
          <pc:docMk/>
          <pc:sldMk cId="1338167130" sldId="317"/>
        </pc:sldMkLst>
      </pc:sldChg>
      <pc:sldChg chg="delSp del mod">
        <pc:chgData name="Rachaita Dutta" userId="f22006c0bb25b989" providerId="LiveId" clId="{BD8D798F-085B-4A0F-AD29-2F97537857FF}" dt="2025-08-22T15:44:56.399" v="504" actId="47"/>
        <pc:sldMkLst>
          <pc:docMk/>
          <pc:sldMk cId="882450772" sldId="318"/>
        </pc:sldMkLst>
      </pc:sldChg>
      <pc:sldChg chg="del">
        <pc:chgData name="Rachaita Dutta" userId="f22006c0bb25b989" providerId="LiveId" clId="{BD8D798F-085B-4A0F-AD29-2F97537857FF}" dt="2025-08-22T15:44:59.545" v="505" actId="47"/>
        <pc:sldMkLst>
          <pc:docMk/>
          <pc:sldMk cId="1207166195" sldId="320"/>
        </pc:sldMkLst>
      </pc:sldChg>
      <pc:sldChg chg="addSp delSp modSp mod modAnim">
        <pc:chgData name="Rachaita Dutta" userId="f22006c0bb25b989" providerId="LiveId" clId="{BD8D798F-085B-4A0F-AD29-2F97537857FF}" dt="2025-08-27T15:33:57.939" v="6009" actId="1037"/>
        <pc:sldMkLst>
          <pc:docMk/>
          <pc:sldMk cId="710943388" sldId="321"/>
        </pc:sldMkLst>
      </pc:sldChg>
      <pc:sldChg chg="del">
        <pc:chgData name="Rachaita Dutta" userId="f22006c0bb25b989" providerId="LiveId" clId="{BD8D798F-085B-4A0F-AD29-2F97537857FF}" dt="2025-08-22T17:54:34.221" v="1638" actId="47"/>
        <pc:sldMkLst>
          <pc:docMk/>
          <pc:sldMk cId="3068126258" sldId="322"/>
        </pc:sldMkLst>
      </pc:sldChg>
      <pc:sldChg chg="del">
        <pc:chgData name="Rachaita Dutta" userId="f22006c0bb25b989" providerId="LiveId" clId="{BD8D798F-085B-4A0F-AD29-2F97537857FF}" dt="2025-08-22T17:54:37.775" v="1640" actId="47"/>
        <pc:sldMkLst>
          <pc:docMk/>
          <pc:sldMk cId="1906506350" sldId="323"/>
        </pc:sldMkLst>
      </pc:sldChg>
      <pc:sldChg chg="del">
        <pc:chgData name="Rachaita Dutta" userId="f22006c0bb25b989" providerId="LiveId" clId="{BD8D798F-085B-4A0F-AD29-2F97537857FF}" dt="2025-08-22T15:45:23.227" v="509" actId="47"/>
        <pc:sldMkLst>
          <pc:docMk/>
          <pc:sldMk cId="1974327970" sldId="324"/>
        </pc:sldMkLst>
      </pc:sldChg>
      <pc:sldChg chg="del">
        <pc:chgData name="Rachaita Dutta" userId="f22006c0bb25b989" providerId="LiveId" clId="{BD8D798F-085B-4A0F-AD29-2F97537857FF}" dt="2025-08-22T15:45:14.443" v="507" actId="47"/>
        <pc:sldMkLst>
          <pc:docMk/>
          <pc:sldMk cId="2683570500" sldId="325"/>
        </pc:sldMkLst>
      </pc:sldChg>
      <pc:sldChg chg="delSp modSp add mod">
        <pc:chgData name="Rachaita Dutta" userId="f22006c0bb25b989" providerId="LiveId" clId="{BD8D798F-085B-4A0F-AD29-2F97537857FF}" dt="2025-08-22T15:44:32.970" v="503" actId="1076"/>
        <pc:sldMkLst>
          <pc:docMk/>
          <pc:sldMk cId="1180625356" sldId="326"/>
        </pc:sldMkLst>
      </pc:sldChg>
      <pc:sldChg chg="addSp modSp add mod">
        <pc:chgData name="Rachaita Dutta" userId="f22006c0bb25b989" providerId="LiveId" clId="{BD8D798F-085B-4A0F-AD29-2F97537857FF}" dt="2025-08-23T03:47:39.465" v="1651" actId="12"/>
        <pc:sldMkLst>
          <pc:docMk/>
          <pc:sldMk cId="4279156665" sldId="327"/>
        </pc:sldMkLst>
      </pc:sldChg>
      <pc:sldChg chg="addSp delSp modSp add mod modTransition modAnim">
        <pc:chgData name="Rachaita Dutta" userId="f22006c0bb25b989" providerId="LiveId" clId="{BD8D798F-085B-4A0F-AD29-2F97537857FF}" dt="2025-08-22T17:40:10.832" v="1249"/>
        <pc:sldMkLst>
          <pc:docMk/>
          <pc:sldMk cId="3558364660" sldId="328"/>
        </pc:sldMkLst>
      </pc:sldChg>
      <pc:sldChg chg="modSp add mod modAnim">
        <pc:chgData name="Rachaita Dutta" userId="f22006c0bb25b989" providerId="LiveId" clId="{BD8D798F-085B-4A0F-AD29-2F97537857FF}" dt="2025-08-27T15:17:54.110" v="5998" actId="20577"/>
        <pc:sldMkLst>
          <pc:docMk/>
          <pc:sldMk cId="2747084965" sldId="329"/>
        </pc:sldMkLst>
      </pc:sldChg>
      <pc:sldChg chg="add del">
        <pc:chgData name="Rachaita Dutta" userId="f22006c0bb25b989" providerId="LiveId" clId="{BD8D798F-085B-4A0F-AD29-2F97537857FF}" dt="2025-08-23T03:48:15.813" v="1653" actId="47"/>
        <pc:sldMkLst>
          <pc:docMk/>
          <pc:sldMk cId="1817396426" sldId="330"/>
        </pc:sldMkLst>
      </pc:sldChg>
      <pc:sldChg chg="modSp add mod addAnim delAnim modAnim">
        <pc:chgData name="Rachaita Dutta" userId="f22006c0bb25b989" providerId="LiveId" clId="{BD8D798F-085B-4A0F-AD29-2F97537857FF}" dt="2025-08-25T09:41:20.567" v="3316"/>
        <pc:sldMkLst>
          <pc:docMk/>
          <pc:sldMk cId="1899234317" sldId="330"/>
        </pc:sldMkLst>
      </pc:sldChg>
      <pc:sldChg chg="addSp modSp add mod modAnim">
        <pc:chgData name="Rachaita Dutta" userId="f22006c0bb25b989" providerId="LiveId" clId="{BD8D798F-085B-4A0F-AD29-2F97537857FF}" dt="2025-08-25T09:41:56.464" v="3317"/>
        <pc:sldMkLst>
          <pc:docMk/>
          <pc:sldMk cId="423037299" sldId="331"/>
        </pc:sldMkLst>
      </pc:sldChg>
      <pc:sldChg chg="addSp delSp modSp add mod modAnim">
        <pc:chgData name="Rachaita Dutta" userId="f22006c0bb25b989" providerId="LiveId" clId="{BD8D798F-085B-4A0F-AD29-2F97537857FF}" dt="2025-08-25T16:58:29.008" v="3802" actId="404"/>
        <pc:sldMkLst>
          <pc:docMk/>
          <pc:sldMk cId="553079627" sldId="332"/>
        </pc:sldMkLst>
      </pc:sldChg>
      <pc:sldChg chg="delSp modSp add mod delAnim modAnim">
        <pc:chgData name="Rachaita Dutta" userId="f22006c0bb25b989" providerId="LiveId" clId="{BD8D798F-085B-4A0F-AD29-2F97537857FF}" dt="2025-08-27T16:33:42.697" v="6010" actId="20577"/>
        <pc:sldMkLst>
          <pc:docMk/>
          <pc:sldMk cId="51637171" sldId="333"/>
        </pc:sldMkLst>
      </pc:sldChg>
      <pc:sldChg chg="addSp delSp modSp new mod">
        <pc:chgData name="Rachaita Dutta" userId="f22006c0bb25b989" providerId="LiveId" clId="{BD8D798F-085B-4A0F-AD29-2F97537857FF}" dt="2025-08-26T09:06:22.670" v="4156" actId="1076"/>
        <pc:sldMkLst>
          <pc:docMk/>
          <pc:sldMk cId="2106418936" sldId="334"/>
        </pc:sldMkLst>
      </pc:sldChg>
      <pc:sldChg chg="add del">
        <pc:chgData name="Rachaita Dutta" userId="f22006c0bb25b989" providerId="LiveId" clId="{BD8D798F-085B-4A0F-AD29-2F97537857FF}" dt="2025-08-25T10:01:19.876" v="3545" actId="47"/>
        <pc:sldMkLst>
          <pc:docMk/>
          <pc:sldMk cId="4034014197" sldId="334"/>
        </pc:sldMkLst>
      </pc:sldChg>
      <pc:sldChg chg="modSp add mod">
        <pc:chgData name="Rachaita Dutta" userId="f22006c0bb25b989" providerId="LiveId" clId="{BD8D798F-085B-4A0F-AD29-2F97537857FF}" dt="2025-08-25T17:46:09.425" v="3904" actId="20577"/>
        <pc:sldMkLst>
          <pc:docMk/>
          <pc:sldMk cId="895907780" sldId="335"/>
        </pc:sldMkLst>
      </pc:sldChg>
      <pc:sldChg chg="addSp modSp add mod modAnim">
        <pc:chgData name="Rachaita Dutta" userId="f22006c0bb25b989" providerId="LiveId" clId="{BD8D798F-085B-4A0F-AD29-2F97537857FF}" dt="2025-08-26T16:45:17.764" v="5516"/>
        <pc:sldMkLst>
          <pc:docMk/>
          <pc:sldMk cId="4042798996" sldId="336"/>
        </pc:sldMkLst>
      </pc:sldChg>
      <pc:sldChg chg="addSp delSp modSp new mod modAnim">
        <pc:chgData name="Rachaita Dutta" userId="f22006c0bb25b989" providerId="LiveId" clId="{BD8D798F-085B-4A0F-AD29-2F97537857FF}" dt="2025-08-26T09:20:39.754" v="4282" actId="404"/>
        <pc:sldMkLst>
          <pc:docMk/>
          <pc:sldMk cId="2740065160" sldId="337"/>
        </pc:sldMkLst>
      </pc:sldChg>
      <pc:sldChg chg="modSp add mod modAnim">
        <pc:chgData name="Rachaita Dutta" userId="f22006c0bb25b989" providerId="LiveId" clId="{BD8D798F-085B-4A0F-AD29-2F97537857FF}" dt="2025-08-26T14:28:19.438" v="4547"/>
        <pc:sldMkLst>
          <pc:docMk/>
          <pc:sldMk cId="3952391792" sldId="338"/>
        </pc:sldMkLst>
      </pc:sldChg>
      <pc:sldChg chg="modSp add mod modAnim">
        <pc:chgData name="Rachaita Dutta" userId="f22006c0bb25b989" providerId="LiveId" clId="{BD8D798F-085B-4A0F-AD29-2F97537857FF}" dt="2025-08-26T14:38:22.252" v="4582" actId="20577"/>
        <pc:sldMkLst>
          <pc:docMk/>
          <pc:sldMk cId="752718731" sldId="339"/>
        </pc:sldMkLst>
      </pc:sldChg>
      <pc:sldChg chg="modSp add mod modAnim">
        <pc:chgData name="Rachaita Dutta" userId="f22006c0bb25b989" providerId="LiveId" clId="{BD8D798F-085B-4A0F-AD29-2F97537857FF}" dt="2025-08-26T16:37:52.544" v="5488" actId="20577"/>
        <pc:sldMkLst>
          <pc:docMk/>
          <pc:sldMk cId="2139116331" sldId="340"/>
        </pc:sldMkLst>
      </pc:sldChg>
      <pc:sldChg chg="modSp add mod modAnim">
        <pc:chgData name="Rachaita Dutta" userId="f22006c0bb25b989" providerId="LiveId" clId="{BD8D798F-085B-4A0F-AD29-2F97537857FF}" dt="2025-09-01T15:42:34.192" v="8316" actId="20577"/>
        <pc:sldMkLst>
          <pc:docMk/>
          <pc:sldMk cId="66020857" sldId="341"/>
        </pc:sldMkLst>
      </pc:sldChg>
      <pc:sldChg chg="modSp add modAnim">
        <pc:chgData name="Rachaita Dutta" userId="f22006c0bb25b989" providerId="LiveId" clId="{BD8D798F-085B-4A0F-AD29-2F97537857FF}" dt="2025-08-27T09:22:04.944" v="5670"/>
        <pc:sldMkLst>
          <pc:docMk/>
          <pc:sldMk cId="1276066728" sldId="342"/>
        </pc:sldMkLst>
      </pc:sldChg>
      <pc:sldChg chg="addSp modSp add mod modAnim">
        <pc:chgData name="Rachaita Dutta" userId="f22006c0bb25b989" providerId="LiveId" clId="{BD8D798F-085B-4A0F-AD29-2F97537857FF}" dt="2025-08-27T09:25:39.750" v="5783" actId="1038"/>
        <pc:sldMkLst>
          <pc:docMk/>
          <pc:sldMk cId="2604850631" sldId="343"/>
        </pc:sldMkLst>
      </pc:sldChg>
      <pc:sldChg chg="addSp delSp modSp add mod">
        <pc:chgData name="Rachaita Dutta" userId="f22006c0bb25b989" providerId="LiveId" clId="{BD8D798F-085B-4A0F-AD29-2F97537857FF}" dt="2025-08-27T09:29:42.226" v="5794" actId="1076"/>
        <pc:sldMkLst>
          <pc:docMk/>
          <pc:sldMk cId="4266880481" sldId="344"/>
        </pc:sldMkLst>
      </pc:sldChg>
      <pc:sldChg chg="delSp modSp add mod modAnim">
        <pc:chgData name="Rachaita Dutta" userId="f22006c0bb25b989" providerId="LiveId" clId="{BD8D798F-085B-4A0F-AD29-2F97537857FF}" dt="2025-08-27T13:23:23.202" v="5974"/>
        <pc:sldMkLst>
          <pc:docMk/>
          <pc:sldMk cId="1243061524" sldId="345"/>
        </pc:sldMkLst>
      </pc:sldChg>
      <pc:sldChg chg="addSp delSp modSp add mod modAnim">
        <pc:chgData name="Rachaita Dutta" userId="f22006c0bb25b989" providerId="LiveId" clId="{BD8D798F-085B-4A0F-AD29-2F97537857FF}" dt="2025-08-27T13:24:22.854" v="5978"/>
        <pc:sldMkLst>
          <pc:docMk/>
          <pc:sldMk cId="3533758584" sldId="346"/>
        </pc:sldMkLst>
      </pc:sldChg>
      <pc:sldChg chg="delSp modSp add mod modAnim">
        <pc:chgData name="Rachaita Dutta" userId="f22006c0bb25b989" providerId="LiveId" clId="{BD8D798F-085B-4A0F-AD29-2F97537857FF}" dt="2025-08-30T09:20:38.248" v="6807" actId="404"/>
        <pc:sldMkLst>
          <pc:docMk/>
          <pc:sldMk cId="240184579" sldId="347"/>
        </pc:sldMkLst>
      </pc:sldChg>
      <pc:sldChg chg="addSp modSp add mod">
        <pc:chgData name="Rachaita Dutta" userId="f22006c0bb25b989" providerId="LiveId" clId="{BD8D798F-085B-4A0F-AD29-2F97537857FF}" dt="2025-08-27T17:03:39.974" v="6130" actId="1076"/>
        <pc:sldMkLst>
          <pc:docMk/>
          <pc:sldMk cId="4283436009" sldId="348"/>
        </pc:sldMkLst>
      </pc:sldChg>
      <pc:sldChg chg="addSp delSp modSp add mod">
        <pc:chgData name="Rachaita Dutta" userId="f22006c0bb25b989" providerId="LiveId" clId="{BD8D798F-085B-4A0F-AD29-2F97537857FF}" dt="2025-08-30T05:20:39.311" v="6520" actId="404"/>
        <pc:sldMkLst>
          <pc:docMk/>
          <pc:sldMk cId="3451658131" sldId="349"/>
        </pc:sldMkLst>
      </pc:sldChg>
      <pc:sldChg chg="addSp delSp modSp new mod">
        <pc:chgData name="Rachaita Dutta" userId="f22006c0bb25b989" providerId="LiveId" clId="{BD8D798F-085B-4A0F-AD29-2F97537857FF}" dt="2025-08-30T05:22:55.591" v="6547" actId="14100"/>
        <pc:sldMkLst>
          <pc:docMk/>
          <pc:sldMk cId="3859169803" sldId="350"/>
        </pc:sldMkLst>
      </pc:sldChg>
      <pc:sldChg chg="modSp add mod">
        <pc:chgData name="Rachaita Dutta" userId="f22006c0bb25b989" providerId="LiveId" clId="{BD8D798F-085B-4A0F-AD29-2F97537857FF}" dt="2025-08-30T09:21:16.451" v="6808" actId="207"/>
        <pc:sldMkLst>
          <pc:docMk/>
          <pc:sldMk cId="1839402328" sldId="351"/>
        </pc:sldMkLst>
      </pc:sldChg>
      <pc:sldChg chg="modSp add mod modAnim">
        <pc:chgData name="Rachaita Dutta" userId="f22006c0bb25b989" providerId="LiveId" clId="{BD8D798F-085B-4A0F-AD29-2F97537857FF}" dt="2025-08-30T09:29:46.258" v="6879" actId="20577"/>
        <pc:sldMkLst>
          <pc:docMk/>
          <pc:sldMk cId="930711633" sldId="352"/>
        </pc:sldMkLst>
      </pc:sldChg>
      <pc:sldChg chg="modSp add mod">
        <pc:chgData name="Rachaita Dutta" userId="f22006c0bb25b989" providerId="LiveId" clId="{BD8D798F-085B-4A0F-AD29-2F97537857FF}" dt="2025-08-30T09:30:00.017" v="6884" actId="404"/>
        <pc:sldMkLst>
          <pc:docMk/>
          <pc:sldMk cId="3424777493" sldId="353"/>
        </pc:sldMkLst>
      </pc:sldChg>
      <pc:sldChg chg="modSp add mod modAnim">
        <pc:chgData name="Rachaita Dutta" userId="f22006c0bb25b989" providerId="LiveId" clId="{BD8D798F-085B-4A0F-AD29-2F97537857FF}" dt="2025-08-31T10:51:51.207" v="7396" actId="207"/>
        <pc:sldMkLst>
          <pc:docMk/>
          <pc:sldMk cId="431625271" sldId="354"/>
        </pc:sldMkLst>
      </pc:sldChg>
      <pc:sldChg chg="addSp delSp modSp new mod modAnim">
        <pc:chgData name="Rachaita Dutta" userId="f22006c0bb25b989" providerId="LiveId" clId="{BD8D798F-085B-4A0F-AD29-2F97537857FF}" dt="2025-09-01T17:19:10.594" v="8317"/>
        <pc:sldMkLst>
          <pc:docMk/>
          <pc:sldMk cId="2145720408" sldId="355"/>
        </pc:sldMkLst>
      </pc:sldChg>
      <pc:sldChg chg="addSp delSp modSp new mod">
        <pc:chgData name="Rachaita Dutta" userId="f22006c0bb25b989" providerId="LiveId" clId="{BD8D798F-085B-4A0F-AD29-2F97537857FF}" dt="2025-08-31T14:51:54.150" v="7749" actId="1076"/>
        <pc:sldMkLst>
          <pc:docMk/>
          <pc:sldMk cId="1958625577" sldId="356"/>
        </pc:sldMkLst>
      </pc:sldChg>
      <pc:sldChg chg="modSp add mod">
        <pc:chgData name="Rachaita Dutta" userId="f22006c0bb25b989" providerId="LiveId" clId="{BD8D798F-085B-4A0F-AD29-2F97537857FF}" dt="2025-08-31T10:58:25.658" v="7568" actId="20577"/>
        <pc:sldMkLst>
          <pc:docMk/>
          <pc:sldMk cId="1562970067" sldId="357"/>
        </pc:sldMkLst>
      </pc:sldChg>
      <pc:sldChg chg="modSp add mod modAnim">
        <pc:chgData name="Rachaita Dutta" userId="f22006c0bb25b989" providerId="LiveId" clId="{BD8D798F-085B-4A0F-AD29-2F97537857FF}" dt="2025-08-31T14:51:28.285" v="7748" actId="20577"/>
        <pc:sldMkLst>
          <pc:docMk/>
          <pc:sldMk cId="419046679" sldId="358"/>
        </pc:sldMkLst>
      </pc:sldChg>
      <pc:sldChg chg="modSp add mod">
        <pc:chgData name="Rachaita Dutta" userId="f22006c0bb25b989" providerId="LiveId" clId="{BD8D798F-085B-4A0F-AD29-2F97537857FF}" dt="2025-08-31T15:21:15.474" v="7848" actId="207"/>
        <pc:sldMkLst>
          <pc:docMk/>
          <pc:sldMk cId="4267959002" sldId="359"/>
        </pc:sldMkLst>
      </pc:sldChg>
      <pc:sldChg chg="modSp add mod">
        <pc:chgData name="Rachaita Dutta" userId="f22006c0bb25b989" providerId="LiveId" clId="{BD8D798F-085B-4A0F-AD29-2F97537857FF}" dt="2025-08-31T17:39:07.545" v="7922" actId="20577"/>
        <pc:sldMkLst>
          <pc:docMk/>
          <pc:sldMk cId="1666454936" sldId="360"/>
        </pc:sldMkLst>
      </pc:sldChg>
      <pc:sldChg chg="addSp delSp modSp new mod">
        <pc:chgData name="Rachaita Dutta" userId="f22006c0bb25b989" providerId="LiveId" clId="{BD8D798F-085B-4A0F-AD29-2F97537857FF}" dt="2025-09-01T17:57:17.884" v="8339" actId="20577"/>
        <pc:sldMkLst>
          <pc:docMk/>
          <pc:sldMk cId="1959932112" sldId="361"/>
        </pc:sldMkLst>
      </pc:sldChg>
      <pc:sldChg chg="modSp add mod">
        <pc:chgData name="Rachaita Dutta" userId="f22006c0bb25b989" providerId="LiveId" clId="{BD8D798F-085B-4A0F-AD29-2F97537857FF}" dt="2025-09-01T04:17:57.782" v="8251" actId="404"/>
        <pc:sldMkLst>
          <pc:docMk/>
          <pc:sldMk cId="2638159120" sldId="362"/>
        </pc:sldMkLst>
      </pc:sldChg>
      <pc:sldChg chg="addSp delSp modSp new mod">
        <pc:chgData name="Rachaita Dutta" userId="f22006c0bb25b989" providerId="LiveId" clId="{BD8D798F-085B-4A0F-AD29-2F97537857FF}" dt="2025-09-01T15:39:56.364" v="8304" actId="207"/>
        <pc:sldMkLst>
          <pc:docMk/>
          <pc:sldMk cId="851274884" sldId="363"/>
        </pc:sldMkLst>
      </pc:sldChg>
    </pc:docChg>
  </pc:docChgLst>
  <pc:docChgLst>
    <pc:chgData name="Rachaita Dutta" userId="f22006c0bb25b989" providerId="LiveId" clId="{FB0DC630-F55C-4724-9BD2-0C4F2FC875F3}"/>
    <pc:docChg chg="undo custSel addSld delSld modSld">
      <pc:chgData name="Rachaita Dutta" userId="f22006c0bb25b989" providerId="LiveId" clId="{FB0DC630-F55C-4724-9BD2-0C4F2FC875F3}" dt="2025-09-08T17:15:32.734" v="1520" actId="1076"/>
      <pc:docMkLst>
        <pc:docMk/>
      </pc:docMkLst>
      <pc:sldChg chg="addSp modSp mod">
        <pc:chgData name="Rachaita Dutta" userId="f22006c0bb25b989" providerId="LiveId" clId="{FB0DC630-F55C-4724-9BD2-0C4F2FC875F3}" dt="2025-09-05T13:48:49.370" v="129" actId="207"/>
        <pc:sldMkLst>
          <pc:docMk/>
          <pc:sldMk cId="2222324472" sldId="308"/>
        </pc:sldMkLst>
      </pc:sldChg>
      <pc:sldChg chg="modSp mod">
        <pc:chgData name="Rachaita Dutta" userId="f22006c0bb25b989" providerId="LiveId" clId="{FB0DC630-F55C-4724-9BD2-0C4F2FC875F3}" dt="2025-09-05T10:05:03.655" v="43" actId="1076"/>
        <pc:sldMkLst>
          <pc:docMk/>
          <pc:sldMk cId="1338167130" sldId="317"/>
        </pc:sldMkLst>
      </pc:sldChg>
      <pc:sldChg chg="addSp delSp modSp new mod">
        <pc:chgData name="Rachaita Dutta" userId="f22006c0bb25b989" providerId="LiveId" clId="{FB0DC630-F55C-4724-9BD2-0C4F2FC875F3}" dt="2025-09-05T14:10:47.964" v="137" actId="1076"/>
        <pc:sldMkLst>
          <pc:docMk/>
          <pc:sldMk cId="1546461221" sldId="318"/>
        </pc:sldMkLst>
      </pc:sldChg>
      <pc:sldChg chg="del">
        <pc:chgData name="Rachaita Dutta" userId="f22006c0bb25b989" providerId="LiveId" clId="{FB0DC630-F55C-4724-9BD2-0C4F2FC875F3}" dt="2025-09-05T10:21:42.575" v="114" actId="47"/>
        <pc:sldMkLst>
          <pc:docMk/>
          <pc:sldMk cId="2327602309" sldId="318"/>
        </pc:sldMkLst>
      </pc:sldChg>
      <pc:sldChg chg="addSp delSp modSp new mod">
        <pc:chgData name="Rachaita Dutta" userId="f22006c0bb25b989" providerId="LiveId" clId="{FB0DC630-F55C-4724-9BD2-0C4F2FC875F3}" dt="2025-09-06T08:44:59.976" v="995" actId="404"/>
        <pc:sldMkLst>
          <pc:docMk/>
          <pc:sldMk cId="451311901" sldId="319"/>
        </pc:sldMkLst>
      </pc:sldChg>
      <pc:sldChg chg="del">
        <pc:chgData name="Rachaita Dutta" userId="f22006c0bb25b989" providerId="LiveId" clId="{FB0DC630-F55C-4724-9BD2-0C4F2FC875F3}" dt="2025-09-05T10:21:42.949" v="115" actId="47"/>
        <pc:sldMkLst>
          <pc:docMk/>
          <pc:sldMk cId="3974836523" sldId="319"/>
        </pc:sldMkLst>
      </pc:sldChg>
      <pc:sldChg chg="addSp delSp modSp new mod">
        <pc:chgData name="Rachaita Dutta" userId="f22006c0bb25b989" providerId="LiveId" clId="{FB0DC630-F55C-4724-9BD2-0C4F2FC875F3}" dt="2025-09-05T15:28:20.519" v="559" actId="404"/>
        <pc:sldMkLst>
          <pc:docMk/>
          <pc:sldMk cId="3721023388" sldId="320"/>
        </pc:sldMkLst>
      </pc:sldChg>
      <pc:sldChg chg="del">
        <pc:chgData name="Rachaita Dutta" userId="f22006c0bb25b989" providerId="LiveId" clId="{FB0DC630-F55C-4724-9BD2-0C4F2FC875F3}" dt="2025-09-05T10:21:43.166" v="116" actId="47"/>
        <pc:sldMkLst>
          <pc:docMk/>
          <pc:sldMk cId="3783136886" sldId="320"/>
        </pc:sldMkLst>
      </pc:sldChg>
      <pc:sldChg chg="del">
        <pc:chgData name="Rachaita Dutta" userId="f22006c0bb25b989" providerId="LiveId" clId="{FB0DC630-F55C-4724-9BD2-0C4F2FC875F3}" dt="2025-09-05T10:21:43.364" v="117" actId="47"/>
        <pc:sldMkLst>
          <pc:docMk/>
          <pc:sldMk cId="1330460107" sldId="321"/>
        </pc:sldMkLst>
      </pc:sldChg>
      <pc:sldChg chg="addSp delSp modSp new mod">
        <pc:chgData name="Rachaita Dutta" userId="f22006c0bb25b989" providerId="LiveId" clId="{FB0DC630-F55C-4724-9BD2-0C4F2FC875F3}" dt="2025-09-05T17:24:21.431" v="722" actId="1076"/>
        <pc:sldMkLst>
          <pc:docMk/>
          <pc:sldMk cId="3068123038" sldId="321"/>
        </pc:sldMkLst>
      </pc:sldChg>
      <pc:sldChg chg="addSp delSp modSp new mod">
        <pc:chgData name="Rachaita Dutta" userId="f22006c0bb25b989" providerId="LiveId" clId="{FB0DC630-F55C-4724-9BD2-0C4F2FC875F3}" dt="2025-09-05T17:20:35.729" v="635" actId="1076"/>
        <pc:sldMkLst>
          <pc:docMk/>
          <pc:sldMk cId="87813908" sldId="322"/>
        </pc:sldMkLst>
      </pc:sldChg>
      <pc:sldChg chg="del">
        <pc:chgData name="Rachaita Dutta" userId="f22006c0bb25b989" providerId="LiveId" clId="{FB0DC630-F55C-4724-9BD2-0C4F2FC875F3}" dt="2025-09-05T10:21:43.949" v="118" actId="47"/>
        <pc:sldMkLst>
          <pc:docMk/>
          <pc:sldMk cId="1644534217" sldId="322"/>
        </pc:sldMkLst>
      </pc:sldChg>
      <pc:sldChg chg="addSp delSp modSp new mod">
        <pc:chgData name="Rachaita Dutta" userId="f22006c0bb25b989" providerId="LiveId" clId="{FB0DC630-F55C-4724-9BD2-0C4F2FC875F3}" dt="2025-09-05T18:07:46.269" v="766" actId="114"/>
        <pc:sldMkLst>
          <pc:docMk/>
          <pc:sldMk cId="972914108" sldId="323"/>
        </pc:sldMkLst>
      </pc:sldChg>
      <pc:sldChg chg="del">
        <pc:chgData name="Rachaita Dutta" userId="f22006c0bb25b989" providerId="LiveId" clId="{FB0DC630-F55C-4724-9BD2-0C4F2FC875F3}" dt="2025-09-05T10:21:44.140" v="119" actId="47"/>
        <pc:sldMkLst>
          <pc:docMk/>
          <pc:sldMk cId="2497304798" sldId="323"/>
        </pc:sldMkLst>
      </pc:sldChg>
      <pc:sldChg chg="del">
        <pc:chgData name="Rachaita Dutta" userId="f22006c0bb25b989" providerId="LiveId" clId="{FB0DC630-F55C-4724-9BD2-0C4F2FC875F3}" dt="2025-09-05T10:21:44.333" v="120" actId="47"/>
        <pc:sldMkLst>
          <pc:docMk/>
          <pc:sldMk cId="669990853" sldId="324"/>
        </pc:sldMkLst>
      </pc:sldChg>
      <pc:sldChg chg="delSp modSp add mod">
        <pc:chgData name="Rachaita Dutta" userId="f22006c0bb25b989" providerId="LiveId" clId="{FB0DC630-F55C-4724-9BD2-0C4F2FC875F3}" dt="2025-09-06T17:04:39.526" v="1145" actId="20577"/>
        <pc:sldMkLst>
          <pc:docMk/>
          <pc:sldMk cId="780421723" sldId="324"/>
        </pc:sldMkLst>
      </pc:sldChg>
      <pc:sldChg chg="addSp delSp modSp new mod">
        <pc:chgData name="Rachaita Dutta" userId="f22006c0bb25b989" providerId="LiveId" clId="{FB0DC630-F55C-4724-9BD2-0C4F2FC875F3}" dt="2025-09-06T08:44:40.678" v="987" actId="1076"/>
        <pc:sldMkLst>
          <pc:docMk/>
          <pc:sldMk cId="2770397835" sldId="325"/>
        </pc:sldMkLst>
      </pc:sldChg>
      <pc:sldChg chg="del">
        <pc:chgData name="Rachaita Dutta" userId="f22006c0bb25b989" providerId="LiveId" clId="{FB0DC630-F55C-4724-9BD2-0C4F2FC875F3}" dt="2025-09-05T10:21:44.515" v="121" actId="47"/>
        <pc:sldMkLst>
          <pc:docMk/>
          <pc:sldMk cId="3573114140" sldId="325"/>
        </pc:sldMkLst>
      </pc:sldChg>
      <pc:sldChg chg="del">
        <pc:chgData name="Rachaita Dutta" userId="f22006c0bb25b989" providerId="LiveId" clId="{FB0DC630-F55C-4724-9BD2-0C4F2FC875F3}" dt="2025-09-05T10:21:44.698" v="122" actId="47"/>
        <pc:sldMkLst>
          <pc:docMk/>
          <pc:sldMk cId="340494408" sldId="326"/>
        </pc:sldMkLst>
      </pc:sldChg>
      <pc:sldChg chg="addSp delSp modSp new mod">
        <pc:chgData name="Rachaita Dutta" userId="f22006c0bb25b989" providerId="LiveId" clId="{FB0DC630-F55C-4724-9BD2-0C4F2FC875F3}" dt="2025-09-06T13:25:06.328" v="1097"/>
        <pc:sldMkLst>
          <pc:docMk/>
          <pc:sldMk cId="1161767987" sldId="326"/>
        </pc:sldMkLst>
      </pc:sldChg>
      <pc:sldChg chg="addSp delSp modSp new mod">
        <pc:chgData name="Rachaita Dutta" userId="f22006c0bb25b989" providerId="LiveId" clId="{FB0DC630-F55C-4724-9BD2-0C4F2FC875F3}" dt="2025-09-06T13:26:58.253" v="1115" actId="1076"/>
        <pc:sldMkLst>
          <pc:docMk/>
          <pc:sldMk cId="337053805" sldId="327"/>
        </pc:sldMkLst>
      </pc:sldChg>
      <pc:sldChg chg="del">
        <pc:chgData name="Rachaita Dutta" userId="f22006c0bb25b989" providerId="LiveId" clId="{FB0DC630-F55C-4724-9BD2-0C4F2FC875F3}" dt="2025-09-05T10:21:44.882" v="123" actId="47"/>
        <pc:sldMkLst>
          <pc:docMk/>
          <pc:sldMk cId="1030558435" sldId="327"/>
        </pc:sldMkLst>
      </pc:sldChg>
      <pc:sldChg chg="add del">
        <pc:chgData name="Rachaita Dutta" userId="f22006c0bb25b989" providerId="LiveId" clId="{FB0DC630-F55C-4724-9BD2-0C4F2FC875F3}" dt="2025-09-06T08:45:22.093" v="1000"/>
        <pc:sldMkLst>
          <pc:docMk/>
          <pc:sldMk cId="1452478768" sldId="327"/>
        </pc:sldMkLst>
      </pc:sldChg>
      <pc:sldChg chg="del">
        <pc:chgData name="Rachaita Dutta" userId="f22006c0bb25b989" providerId="LiveId" clId="{FB0DC630-F55C-4724-9BD2-0C4F2FC875F3}" dt="2025-09-05T10:21:45.046" v="124" actId="47"/>
        <pc:sldMkLst>
          <pc:docMk/>
          <pc:sldMk cId="831985995" sldId="328"/>
        </pc:sldMkLst>
      </pc:sldChg>
      <pc:sldChg chg="modSp add mod">
        <pc:chgData name="Rachaita Dutta" userId="f22006c0bb25b989" providerId="LiveId" clId="{FB0DC630-F55C-4724-9BD2-0C4F2FC875F3}" dt="2025-09-07T09:10:55.866" v="1280" actId="21"/>
        <pc:sldMkLst>
          <pc:docMk/>
          <pc:sldMk cId="1166248074" sldId="328"/>
        </pc:sldMkLst>
      </pc:sldChg>
      <pc:sldChg chg="addSp delSp modSp new mod">
        <pc:chgData name="Rachaita Dutta" userId="f22006c0bb25b989" providerId="LiveId" clId="{FB0DC630-F55C-4724-9BD2-0C4F2FC875F3}" dt="2025-09-07T13:04:16.048" v="1378" actId="22"/>
        <pc:sldMkLst>
          <pc:docMk/>
          <pc:sldMk cId="1659295578" sldId="329"/>
        </pc:sldMkLst>
      </pc:sldChg>
      <pc:sldChg chg="del">
        <pc:chgData name="Rachaita Dutta" userId="f22006c0bb25b989" providerId="LiveId" clId="{FB0DC630-F55C-4724-9BD2-0C4F2FC875F3}" dt="2025-09-05T10:21:45.300" v="125" actId="47"/>
        <pc:sldMkLst>
          <pc:docMk/>
          <pc:sldMk cId="4133031817" sldId="329"/>
        </pc:sldMkLst>
      </pc:sldChg>
      <pc:sldChg chg="del">
        <pc:chgData name="Rachaita Dutta" userId="f22006c0bb25b989" providerId="LiveId" clId="{FB0DC630-F55C-4724-9BD2-0C4F2FC875F3}" dt="2025-09-05T10:21:46.084" v="126" actId="47"/>
        <pc:sldMkLst>
          <pc:docMk/>
          <pc:sldMk cId="1163874103" sldId="330"/>
        </pc:sldMkLst>
      </pc:sldChg>
      <pc:sldChg chg="addSp delSp modSp add mod">
        <pc:chgData name="Rachaita Dutta" userId="f22006c0bb25b989" providerId="LiveId" clId="{FB0DC630-F55C-4724-9BD2-0C4F2FC875F3}" dt="2025-09-08T17:15:32.734" v="1520" actId="1076"/>
        <pc:sldMkLst>
          <pc:docMk/>
          <pc:sldMk cId="3232033403" sldId="330"/>
        </pc:sldMkLst>
      </pc:sldChg>
      <pc:sldChg chg="modSp add mod">
        <pc:chgData name="Rachaita Dutta" userId="f22006c0bb25b989" providerId="LiveId" clId="{FB0DC630-F55C-4724-9BD2-0C4F2FC875F3}" dt="2025-09-08T17:15:16.367" v="1516" actId="207"/>
        <pc:sldMkLst>
          <pc:docMk/>
          <pc:sldMk cId="3252665657" sldId="33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10/20/2025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10/20/2025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199" rtl="0" eaLnBrk="1" latinLnBrk="0" hangingPunct="1">
      <a:defRPr sz="1199" kern="1200">
        <a:solidFill>
          <a:schemeClr val="tx1"/>
        </a:solidFill>
        <a:latin typeface="+mn-lt"/>
        <a:ea typeface="+mn-ea"/>
        <a:cs typeface="+mn-cs"/>
      </a:defRPr>
    </a:lvl1pPr>
    <a:lvl2pPr marL="457100" algn="l" defTabSz="914199" rtl="0" eaLnBrk="1" latinLnBrk="0" hangingPunct="1">
      <a:defRPr sz="1199" kern="1200">
        <a:solidFill>
          <a:schemeClr val="tx1"/>
        </a:solidFill>
        <a:latin typeface="+mn-lt"/>
        <a:ea typeface="+mn-ea"/>
        <a:cs typeface="+mn-cs"/>
      </a:defRPr>
    </a:lvl2pPr>
    <a:lvl3pPr marL="914199" algn="l" defTabSz="914199" rtl="0" eaLnBrk="1" latinLnBrk="0" hangingPunct="1">
      <a:defRPr sz="1199" kern="1200">
        <a:solidFill>
          <a:schemeClr val="tx1"/>
        </a:solidFill>
        <a:latin typeface="+mn-lt"/>
        <a:ea typeface="+mn-ea"/>
        <a:cs typeface="+mn-cs"/>
      </a:defRPr>
    </a:lvl3pPr>
    <a:lvl4pPr marL="1371299" algn="l" defTabSz="914199" rtl="0" eaLnBrk="1" latinLnBrk="0" hangingPunct="1">
      <a:defRPr sz="1199" kern="1200">
        <a:solidFill>
          <a:schemeClr val="tx1"/>
        </a:solidFill>
        <a:latin typeface="+mn-lt"/>
        <a:ea typeface="+mn-ea"/>
        <a:cs typeface="+mn-cs"/>
      </a:defRPr>
    </a:lvl4pPr>
    <a:lvl5pPr marL="1828398" algn="l" defTabSz="914199" rtl="0" eaLnBrk="1" latinLnBrk="0" hangingPunct="1">
      <a:defRPr sz="1199" kern="1200">
        <a:solidFill>
          <a:schemeClr val="tx1"/>
        </a:solidFill>
        <a:latin typeface="+mn-lt"/>
        <a:ea typeface="+mn-ea"/>
        <a:cs typeface="+mn-cs"/>
      </a:defRPr>
    </a:lvl5pPr>
    <a:lvl6pPr marL="2285498" algn="l" defTabSz="914199" rtl="0" eaLnBrk="1" latinLnBrk="0" hangingPunct="1">
      <a:defRPr sz="1199" kern="1200">
        <a:solidFill>
          <a:schemeClr val="tx1"/>
        </a:solidFill>
        <a:latin typeface="+mn-lt"/>
        <a:ea typeface="+mn-ea"/>
        <a:cs typeface="+mn-cs"/>
      </a:defRPr>
    </a:lvl6pPr>
    <a:lvl7pPr marL="2742598" algn="l" defTabSz="914199" rtl="0" eaLnBrk="1" latinLnBrk="0" hangingPunct="1">
      <a:defRPr sz="1199" kern="1200">
        <a:solidFill>
          <a:schemeClr val="tx1"/>
        </a:solidFill>
        <a:latin typeface="+mn-lt"/>
        <a:ea typeface="+mn-ea"/>
        <a:cs typeface="+mn-cs"/>
      </a:defRPr>
    </a:lvl7pPr>
    <a:lvl8pPr marL="3199696" algn="l" defTabSz="914199" rtl="0" eaLnBrk="1" latinLnBrk="0" hangingPunct="1">
      <a:defRPr sz="1199" kern="1200">
        <a:solidFill>
          <a:schemeClr val="tx1"/>
        </a:solidFill>
        <a:latin typeface="+mn-lt"/>
        <a:ea typeface="+mn-ea"/>
        <a:cs typeface="+mn-cs"/>
      </a:defRPr>
    </a:lvl8pPr>
    <a:lvl9pPr marL="3656795" algn="l" defTabSz="914199" rtl="0" eaLnBrk="1" latinLnBrk="0" hangingPunct="1">
      <a:defRPr sz="119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754D3-0206-CE83-5CEE-4269CFE492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6F49BB-D2FB-F710-A733-2289B1FEB94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BCAF3D4-7E66-DA16-6E35-4310335746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A95EAA-746C-218C-8FF5-3524464244A3}"/>
              </a:ext>
            </a:extLst>
          </p:cNvPr>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2226235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56550-5A03-307A-4360-0D5C7AB352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E62E2-7C88-2D98-9899-8990EAC7A7C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30E3744-D800-9807-5042-FEAFA6C902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15536A-3065-6481-CE93-E965FF1806A0}"/>
              </a:ext>
            </a:extLst>
          </p:cNvPr>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1205256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BC387-2E70-50B5-31A4-390846D439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75D761-144B-FC67-536D-91E50E2DF5F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5D70352-66DE-7C99-E048-C1DD9BC000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4D0CD2-F9B0-E073-2086-C5CCCC114285}"/>
              </a:ext>
            </a:extLst>
          </p:cNvPr>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998924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73BB8-D783-37B7-0CF7-D4EA64DDF9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B819D-F9FC-B9B9-24F2-9304A8CE251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B4207B4-2D84-F7CB-D29D-F484B74BEB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7D9FD7-9B5C-BE73-8453-550B3AAE5CD1}"/>
              </a:ext>
            </a:extLst>
          </p:cNvPr>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16523724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287BA-F7EB-18E7-A22E-2A9BCA8D35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A85DF-DF83-CFF7-1F8C-CDC78A4C2DD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FF4C724-0C46-D944-62CC-951A63E8A0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4E8646-D36A-81F6-1197-F840A873A9F5}"/>
              </a:ext>
            </a:extLst>
          </p:cNvPr>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012034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C1E55-008B-F77F-A7BC-83FA14AAB1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15B35-4D8C-F9A7-7F8C-A987EC3EEC0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B23A46A-FBC9-3650-5D6C-9A18555D7D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A8AC8D-A236-ADB8-EDEB-53177BA860E0}"/>
              </a:ext>
            </a:extLst>
          </p:cNvPr>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824228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804F8-DDC1-947C-7547-62ECAC04A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92D16B-68FF-3131-9E0B-C92537C7AA2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EE552E9-B1D0-6752-56C0-36CD87C025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2A0BD9-11FD-52CC-3421-3C3E742AE109}"/>
              </a:ext>
            </a:extLst>
          </p:cNvPr>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7952578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ED5BD-AB4B-8A79-A4EC-2841F18282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CFB45B-DBAD-8438-A866-DE30E67BCC4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473628B-2131-B82C-38CC-311BE490AB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145130-C3BC-0DB4-E53E-85A495CAFF93}"/>
              </a:ext>
            </a:extLst>
          </p:cNvPr>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16019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2D4AA-9407-EB29-B176-6EBCB9420D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779E4-C19A-F2C3-4D6C-5B25826DDE5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E31E86A-DC92-BF54-E89C-7519D1F086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37D33A-BE0E-51F4-01AF-4C3099FA7084}"/>
              </a:ext>
            </a:extLst>
          </p:cNvPr>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635855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506B6-0C8A-B3FF-12F3-C52E17AB9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A20DA7-DA67-C310-0CD5-1595D2F9359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001ACEE-ABEC-26E6-7839-FC2F5F30BE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C2E95C-0EC6-B4EE-CE9B-0CA1C34C6915}"/>
              </a:ext>
            </a:extLst>
          </p:cNvPr>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34584023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686B-CDC3-578F-6EEB-A7811B9E86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77576-F8A1-6115-87B1-314F7AE3A9D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1D3A181-0139-C831-2E62-3D25568308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8B8CB3-9557-E2FD-AE7D-A3B1A6DD465F}"/>
              </a:ext>
            </a:extLst>
          </p:cNvPr>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2495095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EFFB2-85BA-E98B-CA08-ABFF7F473E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56307A-4933-1306-D839-D9C31F1CA7B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CAD5C00-9A1F-3326-578F-B88D5B6238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92467A-5ED5-B6EB-017C-162A2DE919A8}"/>
              </a:ext>
            </a:extLst>
          </p:cNvPr>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12655128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F96A9-22C1-A0E5-79DB-CE5F5E2B5F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756E0-564B-9203-802B-31FA21AC707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7504B4C-1DD1-11B0-3680-A402ED386C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7BE8B8-73D7-C26F-05B3-5B9083B3D627}"/>
              </a:ext>
            </a:extLst>
          </p:cNvPr>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1685906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259DF-8A3C-56DD-E65B-3062DAAF60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BBC9FC-DA13-749E-95B2-F55CA324527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FFA2E53-8623-7697-3A3F-DB0043F671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9233F9-9D10-4F14-1C9C-7B49F6B4C728}"/>
              </a:ext>
            </a:extLst>
          </p:cNvPr>
          <p:cNvSpPr>
            <a:spLocks noGrp="1"/>
          </p:cNvSpPr>
          <p:nvPr>
            <p:ph type="sldNum" sz="quarter" idx="5"/>
          </p:nvPr>
        </p:nvSpPr>
        <p:spPr/>
        <p:txBody>
          <a:bodyPr/>
          <a:lstStyle/>
          <a:p>
            <a:fld id="{7C366290-4595-5745-A50F-D5EC13BAC604}" type="slidenum">
              <a:rPr lang="en-US" noProof="0" smtClean="0"/>
              <a:t>16</a:t>
            </a:fld>
            <a:endParaRPr lang="en-US" noProof="0" dirty="0"/>
          </a:p>
        </p:txBody>
      </p:sp>
    </p:spTree>
    <p:extLst>
      <p:ext uri="{BB962C8B-B14F-4D97-AF65-F5344CB8AC3E}">
        <p14:creationId xmlns:p14="http://schemas.microsoft.com/office/powerpoint/2010/main" val="41139654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A054E-68D6-2325-720E-57A0254BB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0018B7-2551-7B2E-EB6D-073AFD7752B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DC6347D-1CB3-0936-49E5-36020C7EEE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B6CB77-1D59-79B9-78C3-D20878889191}"/>
              </a:ext>
            </a:extLst>
          </p:cNvPr>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29933348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2F951-B883-C64B-4BE8-A1EE91C11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DF83F2-E115-8776-0221-D9778E75961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1D64A40-9515-66C1-E785-420753217C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B71808-0AF9-3FC9-C8FD-2E4F48135FB5}"/>
              </a:ext>
            </a:extLst>
          </p:cNvPr>
          <p:cNvSpPr>
            <a:spLocks noGrp="1"/>
          </p:cNvSpPr>
          <p:nvPr>
            <p:ph type="sldNum" sz="quarter" idx="5"/>
          </p:nvPr>
        </p:nvSpPr>
        <p:spPr/>
        <p:txBody>
          <a:bodyPr/>
          <a:lstStyle/>
          <a:p>
            <a:fld id="{7C366290-4595-5745-A50F-D5EC13BAC604}" type="slidenum">
              <a:rPr lang="en-US" noProof="0" smtClean="0"/>
              <a:t>18</a:t>
            </a:fld>
            <a:endParaRPr lang="en-US" noProof="0" dirty="0"/>
          </a:p>
        </p:txBody>
      </p:sp>
    </p:spTree>
    <p:extLst>
      <p:ext uri="{BB962C8B-B14F-4D97-AF65-F5344CB8AC3E}">
        <p14:creationId xmlns:p14="http://schemas.microsoft.com/office/powerpoint/2010/main" val="27981411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24258-EE3B-E9BB-F2E4-00A2611F3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CE6D90-F477-62AB-E87C-FC4A5678A05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47AC9B1-F1B1-1B19-617A-7B9359F35B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46509D-5D5C-72A6-4449-FB66E98D4CAE}"/>
              </a:ext>
            </a:extLst>
          </p:cNvPr>
          <p:cNvSpPr>
            <a:spLocks noGrp="1"/>
          </p:cNvSpPr>
          <p:nvPr>
            <p:ph type="sldNum" sz="quarter" idx="5"/>
          </p:nvPr>
        </p:nvSpPr>
        <p:spPr/>
        <p:txBody>
          <a:bodyPr/>
          <a:lstStyle/>
          <a:p>
            <a:fld id="{7C366290-4595-5745-A50F-D5EC13BAC604}" type="slidenum">
              <a:rPr lang="en-US" noProof="0" smtClean="0"/>
              <a:t>19</a:t>
            </a:fld>
            <a:endParaRPr lang="en-US" noProof="0" dirty="0"/>
          </a:p>
        </p:txBody>
      </p:sp>
    </p:spTree>
    <p:extLst>
      <p:ext uri="{BB962C8B-B14F-4D97-AF65-F5344CB8AC3E}">
        <p14:creationId xmlns:p14="http://schemas.microsoft.com/office/powerpoint/2010/main" val="23075127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3DDAD-4975-9689-95E5-F700F2779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4CAA20-6F33-BE0A-F91A-92DBF7E9797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6785B05-CB31-6752-0D4D-08E6C8123E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9E06C0-9680-20A4-B4F7-457714083779}"/>
              </a:ext>
            </a:extLst>
          </p:cNvPr>
          <p:cNvSpPr>
            <a:spLocks noGrp="1"/>
          </p:cNvSpPr>
          <p:nvPr>
            <p:ph type="sldNum" sz="quarter" idx="5"/>
          </p:nvPr>
        </p:nvSpPr>
        <p:spPr/>
        <p:txBody>
          <a:bodyPr/>
          <a:lstStyle/>
          <a:p>
            <a:fld id="{7C366290-4595-5745-A50F-D5EC13BAC604}" type="slidenum">
              <a:rPr lang="en-US" noProof="0" smtClean="0"/>
              <a:t>20</a:t>
            </a:fld>
            <a:endParaRPr lang="en-US" noProof="0" dirty="0"/>
          </a:p>
        </p:txBody>
      </p:sp>
    </p:spTree>
    <p:extLst>
      <p:ext uri="{BB962C8B-B14F-4D97-AF65-F5344CB8AC3E}">
        <p14:creationId xmlns:p14="http://schemas.microsoft.com/office/powerpoint/2010/main" val="24220074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61AC6-301E-A731-3D8A-E726974BC1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C26204-A4DC-6B20-6F11-EAE6809FA52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AC282AD-EC2E-0A22-8E0E-5E2ABAFFF0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C280A4-6AF1-1359-4DDF-1C2DF121D2F4}"/>
              </a:ext>
            </a:extLst>
          </p:cNvPr>
          <p:cNvSpPr>
            <a:spLocks noGrp="1"/>
          </p:cNvSpPr>
          <p:nvPr>
            <p:ph type="sldNum" sz="quarter" idx="5"/>
          </p:nvPr>
        </p:nvSpPr>
        <p:spPr/>
        <p:txBody>
          <a:bodyPr/>
          <a:lstStyle/>
          <a:p>
            <a:fld id="{7C366290-4595-5745-A50F-D5EC13BAC604}" type="slidenum">
              <a:rPr lang="en-US" noProof="0" smtClean="0"/>
              <a:t>21</a:t>
            </a:fld>
            <a:endParaRPr lang="en-US" noProof="0" dirty="0"/>
          </a:p>
        </p:txBody>
      </p:sp>
    </p:spTree>
    <p:extLst>
      <p:ext uri="{BB962C8B-B14F-4D97-AF65-F5344CB8AC3E}">
        <p14:creationId xmlns:p14="http://schemas.microsoft.com/office/powerpoint/2010/main" val="16161747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9B446-95C0-D57E-7B2E-9154D05ECB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BE17AC-C191-488C-7D06-02E967AD11D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CAD7E9A-4276-4E7C-3672-33DCA38DF2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79B92C-ED87-24EC-E0E4-E0A41A4E8BB2}"/>
              </a:ext>
            </a:extLst>
          </p:cNvPr>
          <p:cNvSpPr>
            <a:spLocks noGrp="1"/>
          </p:cNvSpPr>
          <p:nvPr>
            <p:ph type="sldNum" sz="quarter" idx="5"/>
          </p:nvPr>
        </p:nvSpPr>
        <p:spPr/>
        <p:txBody>
          <a:bodyPr/>
          <a:lstStyle/>
          <a:p>
            <a:fld id="{7C366290-4595-5745-A50F-D5EC13BAC604}" type="slidenum">
              <a:rPr lang="en-US" noProof="0" smtClean="0"/>
              <a:t>22</a:t>
            </a:fld>
            <a:endParaRPr lang="en-US" noProof="0" dirty="0"/>
          </a:p>
        </p:txBody>
      </p:sp>
    </p:spTree>
    <p:extLst>
      <p:ext uri="{BB962C8B-B14F-4D97-AF65-F5344CB8AC3E}">
        <p14:creationId xmlns:p14="http://schemas.microsoft.com/office/powerpoint/2010/main" val="837307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E7BE6-7ABF-DECA-19BC-AB62632B87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079475-29F9-D689-F744-78E6951AD01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C6BB74B-44E6-3D7C-8633-2899F8715C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5F8562-C29C-3595-C112-A6FA62B7BC61}"/>
              </a:ext>
            </a:extLst>
          </p:cNvPr>
          <p:cNvSpPr>
            <a:spLocks noGrp="1"/>
          </p:cNvSpPr>
          <p:nvPr>
            <p:ph type="sldNum" sz="quarter" idx="5"/>
          </p:nvPr>
        </p:nvSpPr>
        <p:spPr/>
        <p:txBody>
          <a:bodyPr/>
          <a:lstStyle/>
          <a:p>
            <a:fld id="{7C366290-4595-5745-A50F-D5EC13BAC604}" type="slidenum">
              <a:rPr lang="en-US" noProof="0" smtClean="0"/>
              <a:t>23</a:t>
            </a:fld>
            <a:endParaRPr lang="en-US" noProof="0" dirty="0"/>
          </a:p>
        </p:txBody>
      </p:sp>
    </p:spTree>
    <p:extLst>
      <p:ext uri="{BB962C8B-B14F-4D97-AF65-F5344CB8AC3E}">
        <p14:creationId xmlns:p14="http://schemas.microsoft.com/office/powerpoint/2010/main" val="35751732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D0006-EAC8-3136-DE1D-709522A853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F20B-9371-776E-F57D-6ECE79F3B7E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88F50E6-B015-3184-8D8D-A7D9000108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E919B2-BE1A-10B5-5C43-2E8833B05CAB}"/>
              </a:ext>
            </a:extLst>
          </p:cNvPr>
          <p:cNvSpPr>
            <a:spLocks noGrp="1"/>
          </p:cNvSpPr>
          <p:nvPr>
            <p:ph type="sldNum" sz="quarter" idx="5"/>
          </p:nvPr>
        </p:nvSpPr>
        <p:spPr/>
        <p:txBody>
          <a:bodyPr/>
          <a:lstStyle/>
          <a:p>
            <a:fld id="{7C366290-4595-5745-A50F-D5EC13BAC604}" type="slidenum">
              <a:rPr lang="en-US" noProof="0" smtClean="0"/>
              <a:t>24</a:t>
            </a:fld>
            <a:endParaRPr lang="en-US" noProof="0" dirty="0"/>
          </a:p>
        </p:txBody>
      </p:sp>
    </p:spTree>
    <p:extLst>
      <p:ext uri="{BB962C8B-B14F-4D97-AF65-F5344CB8AC3E}">
        <p14:creationId xmlns:p14="http://schemas.microsoft.com/office/powerpoint/2010/main" val="32823344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D10E8-FCCF-8DB4-4833-FE0817528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BC8E9A-8D14-3FB3-5F7A-AABD426E685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E65CE98-0607-0BA7-7ACC-8FE7BF19D5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756E5C-528E-52B0-B074-05BE890A63AD}"/>
              </a:ext>
            </a:extLst>
          </p:cNvPr>
          <p:cNvSpPr>
            <a:spLocks noGrp="1"/>
          </p:cNvSpPr>
          <p:nvPr>
            <p:ph type="sldNum" sz="quarter" idx="5"/>
          </p:nvPr>
        </p:nvSpPr>
        <p:spPr/>
        <p:txBody>
          <a:bodyPr/>
          <a:lstStyle/>
          <a:p>
            <a:fld id="{7C366290-4595-5745-A50F-D5EC13BAC604}" type="slidenum">
              <a:rPr lang="en-US" noProof="0" smtClean="0"/>
              <a:t>25</a:t>
            </a:fld>
            <a:endParaRPr lang="en-US" noProof="0" dirty="0"/>
          </a:p>
        </p:txBody>
      </p:sp>
    </p:spTree>
    <p:extLst>
      <p:ext uri="{BB962C8B-B14F-4D97-AF65-F5344CB8AC3E}">
        <p14:creationId xmlns:p14="http://schemas.microsoft.com/office/powerpoint/2010/main" val="10482120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E48BC-7C12-D954-ECCE-6994202468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76C9D-66EE-1355-2EBA-F08C5878D3F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E16BD71-7E24-069E-7869-B46796195D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8272D4-D7F0-58EE-8EB0-F2D96EAED22E}"/>
              </a:ext>
            </a:extLst>
          </p:cNvPr>
          <p:cNvSpPr>
            <a:spLocks noGrp="1"/>
          </p:cNvSpPr>
          <p:nvPr>
            <p:ph type="sldNum" sz="quarter" idx="5"/>
          </p:nvPr>
        </p:nvSpPr>
        <p:spPr/>
        <p:txBody>
          <a:bodyPr/>
          <a:lstStyle/>
          <a:p>
            <a:fld id="{7C366290-4595-5745-A50F-D5EC13BAC604}" type="slidenum">
              <a:rPr lang="en-US" noProof="0" smtClean="0"/>
              <a:t>26</a:t>
            </a:fld>
            <a:endParaRPr lang="en-US" noProof="0" dirty="0"/>
          </a:p>
        </p:txBody>
      </p:sp>
    </p:spTree>
    <p:extLst>
      <p:ext uri="{BB962C8B-B14F-4D97-AF65-F5344CB8AC3E}">
        <p14:creationId xmlns:p14="http://schemas.microsoft.com/office/powerpoint/2010/main" val="25556454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55F2B-56F2-9493-899C-A615EB510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B0D590-8F12-C8DF-DA7E-AF5A3BD16A7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8D8AA04-32AE-C658-A0DF-241546F86E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BAAD39-7B28-BB43-16EE-253644BD2FA8}"/>
              </a:ext>
            </a:extLst>
          </p:cNvPr>
          <p:cNvSpPr>
            <a:spLocks noGrp="1"/>
          </p:cNvSpPr>
          <p:nvPr>
            <p:ph type="sldNum" sz="quarter" idx="5"/>
          </p:nvPr>
        </p:nvSpPr>
        <p:spPr/>
        <p:txBody>
          <a:bodyPr/>
          <a:lstStyle/>
          <a:p>
            <a:fld id="{7C366290-4595-5745-A50F-D5EC13BAC604}" type="slidenum">
              <a:rPr lang="en-US" noProof="0" smtClean="0"/>
              <a:t>27</a:t>
            </a:fld>
            <a:endParaRPr lang="en-US" noProof="0" dirty="0"/>
          </a:p>
        </p:txBody>
      </p:sp>
    </p:spTree>
    <p:extLst>
      <p:ext uri="{BB962C8B-B14F-4D97-AF65-F5344CB8AC3E}">
        <p14:creationId xmlns:p14="http://schemas.microsoft.com/office/powerpoint/2010/main" val="10223352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53156-C48F-5A9A-D77A-05AB47312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69AE2-FEA6-DBD7-94A1-E5186F78FBB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39F6154-4E53-44D7-C75F-CB666E955D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F23715-09A7-C385-116F-A25537E6039F}"/>
              </a:ext>
            </a:extLst>
          </p:cNvPr>
          <p:cNvSpPr>
            <a:spLocks noGrp="1"/>
          </p:cNvSpPr>
          <p:nvPr>
            <p:ph type="sldNum" sz="quarter" idx="5"/>
          </p:nvPr>
        </p:nvSpPr>
        <p:spPr/>
        <p:txBody>
          <a:bodyPr/>
          <a:lstStyle/>
          <a:p>
            <a:fld id="{7C366290-4595-5745-A50F-D5EC13BAC604}" type="slidenum">
              <a:rPr lang="en-US" noProof="0" smtClean="0"/>
              <a:t>28</a:t>
            </a:fld>
            <a:endParaRPr lang="en-US" noProof="0" dirty="0"/>
          </a:p>
        </p:txBody>
      </p:sp>
    </p:spTree>
    <p:extLst>
      <p:ext uri="{BB962C8B-B14F-4D97-AF65-F5344CB8AC3E}">
        <p14:creationId xmlns:p14="http://schemas.microsoft.com/office/powerpoint/2010/main" val="27035250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46C8E-8DA8-8641-E9AF-79D42D7B2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2D3654-327F-B538-EF6C-EA9F3F8A56C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D0AB19F-B678-DBE2-B4C5-4B125EEEDE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5DA552-9CA9-D836-9928-AC67DEDEB1BA}"/>
              </a:ext>
            </a:extLst>
          </p:cNvPr>
          <p:cNvSpPr>
            <a:spLocks noGrp="1"/>
          </p:cNvSpPr>
          <p:nvPr>
            <p:ph type="sldNum" sz="quarter" idx="5"/>
          </p:nvPr>
        </p:nvSpPr>
        <p:spPr/>
        <p:txBody>
          <a:bodyPr/>
          <a:lstStyle/>
          <a:p>
            <a:fld id="{7C366290-4595-5745-A50F-D5EC13BAC604}" type="slidenum">
              <a:rPr lang="en-US" noProof="0" smtClean="0"/>
              <a:t>29</a:t>
            </a:fld>
            <a:endParaRPr lang="en-US" noProof="0" dirty="0"/>
          </a:p>
        </p:txBody>
      </p:sp>
    </p:spTree>
    <p:extLst>
      <p:ext uri="{BB962C8B-B14F-4D97-AF65-F5344CB8AC3E}">
        <p14:creationId xmlns:p14="http://schemas.microsoft.com/office/powerpoint/2010/main" val="20023264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33</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70" y="1841824"/>
            <a:ext cx="4748735" cy="5016188"/>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21"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42" y="2334664"/>
            <a:ext cx="2225670"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6" y="0"/>
            <a:ext cx="5880649" cy="6075135"/>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3" y="12"/>
            <a:ext cx="5137691" cy="3723308"/>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8" y="914400"/>
            <a:ext cx="10360151" cy="5029200"/>
          </a:xfrm>
        </p:spPr>
        <p:txBody>
          <a:bodyPr anchor="ctr"/>
          <a:lstStyle>
            <a:lvl1pPr algn="ctr">
              <a:defRPr sz="4799"/>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3" y="180443"/>
            <a:ext cx="5327858" cy="3001485"/>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8" y="5597820"/>
            <a:ext cx="2430115" cy="1294335"/>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1" y="3988571"/>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8" y="914400"/>
            <a:ext cx="5641849" cy="5029200"/>
          </a:xfrm>
        </p:spPr>
        <p:txBody>
          <a:bodyPr anchor="ctr" anchorCtr="0"/>
          <a:lstStyle>
            <a:lvl1pPr algn="l">
              <a:defRPr sz="3203">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8" y="1143012"/>
            <a:ext cx="4190998" cy="4679828"/>
          </a:xfrm>
        </p:spPr>
        <p:txBody>
          <a:bodyPr/>
          <a:lstStyle>
            <a:lvl1pPr marL="0" indent="0" algn="r">
              <a:buNone/>
              <a:defRPr sz="2394" cap="all" baseline="0"/>
            </a:lvl1pPr>
            <a:lvl2pPr marL="457013" indent="0" algn="r">
              <a:buNone/>
              <a:defRPr sz="1795">
                <a:latin typeface="+mj-lt"/>
              </a:defRPr>
            </a:lvl2pPr>
            <a:lvl3pPr marL="914036" indent="0" algn="r">
              <a:buNone/>
              <a:defRPr/>
            </a:lvl3pPr>
            <a:lvl4pPr marL="1371048" indent="0" algn="r">
              <a:buNone/>
              <a:defRPr/>
            </a:lvl4pPr>
            <a:lvl5pPr marL="1828071"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3" userDrawn="1">
          <p15:clr>
            <a:srgbClr val="FBAE40"/>
          </p15:clr>
        </p15:guide>
        <p15:guide id="2" pos="7271" userDrawn="1">
          <p15:clr>
            <a:srgbClr val="FBAE40"/>
          </p15:clr>
        </p15:guide>
        <p15:guide id="3" pos="409" userDrawn="1">
          <p15:clr>
            <a:srgbClr val="FBAE40"/>
          </p15:clr>
        </p15:guide>
        <p15:guide id="4" orient="horz" pos="50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3" y="914400"/>
            <a:ext cx="5641849" cy="5029200"/>
          </a:xfrm>
        </p:spPr>
        <p:txBody>
          <a:bodyPr anchor="ctr"/>
          <a:lstStyle>
            <a:lvl1pPr>
              <a:lnSpc>
                <a:spcPct val="75000"/>
              </a:lnSpc>
              <a:defRPr sz="4799"/>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9" y="1875315"/>
            <a:ext cx="4727117" cy="4998135"/>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5" y="0"/>
            <a:ext cx="5324717" cy="6417735"/>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3" y="0"/>
            <a:ext cx="4790058" cy="6587070"/>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795"/>
            </a:lvl1pPr>
            <a:lvl2pPr marL="457013" indent="0">
              <a:buNone/>
              <a:defRPr sz="2804"/>
            </a:lvl2pPr>
            <a:lvl3pPr marL="914036" indent="0">
              <a:buNone/>
              <a:defRPr sz="2394"/>
            </a:lvl3pPr>
            <a:lvl4pPr marL="1371048" indent="0">
              <a:buNone/>
              <a:defRPr sz="1995"/>
            </a:lvl4pPr>
            <a:lvl5pPr marL="1828071" indent="0">
              <a:buNone/>
              <a:defRPr sz="1995"/>
            </a:lvl5pPr>
            <a:lvl6pPr marL="2285084" indent="0">
              <a:buNone/>
              <a:defRPr sz="1995"/>
            </a:lvl6pPr>
            <a:lvl7pPr marL="2742107" indent="0">
              <a:buNone/>
              <a:defRPr sz="1995"/>
            </a:lvl7pPr>
            <a:lvl8pPr marL="3199119" indent="0">
              <a:buNone/>
              <a:defRPr sz="1995"/>
            </a:lvl8pPr>
            <a:lvl9pPr marL="3656142" indent="0">
              <a:buNone/>
              <a:defRPr sz="1995"/>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9" y="0"/>
            <a:ext cx="5288935" cy="6858000"/>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5" y="-26172"/>
            <a:ext cx="5273225" cy="1169183"/>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51" y="3200880"/>
            <a:ext cx="4200862" cy="3685695"/>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5"/>
          </a:xfrm>
        </p:spPr>
        <p:txBody>
          <a:bodyPr anchor="b"/>
          <a:lstStyle>
            <a:lvl1pPr>
              <a:lnSpc>
                <a:spcPct val="75000"/>
              </a:lnSpc>
              <a:defRPr sz="4799">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5"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1995">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5" y="4681725"/>
            <a:ext cx="5449824" cy="1280160"/>
          </a:xfrm>
        </p:spPr>
        <p:txBody>
          <a:bodyPr>
            <a:noAutofit/>
          </a:bodyPr>
          <a:lstStyle>
            <a:lvl1pPr marL="0" indent="0">
              <a:buFont typeface="Courier New" panose="02070309020205020404" pitchFamily="49" charset="0"/>
              <a:buNone/>
              <a:defRPr sz="2394" b="0" cap="all" baseline="0"/>
            </a:lvl1pPr>
            <a:lvl2pPr>
              <a:defRPr sz="2394"/>
            </a:lvl2pPr>
            <a:lvl3pPr>
              <a:defRPr sz="2394"/>
            </a:lvl3pPr>
            <a:lvl4pPr>
              <a:defRPr sz="2394"/>
            </a:lvl4pPr>
            <a:lvl5pPr>
              <a:defRPr sz="2394"/>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8" y="5209699"/>
            <a:ext cx="3221255" cy="1682468"/>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sz="2121"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2" y="914400"/>
            <a:ext cx="7534657" cy="914400"/>
          </a:xfrm>
        </p:spPr>
        <p:txBody>
          <a:bodyPr anchor="b" anchorCtr="0"/>
          <a:lstStyle>
            <a:lvl1pPr>
              <a:defRPr sz="3203"/>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3" y="5010315"/>
            <a:ext cx="3307890" cy="1876020"/>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8" y="4650285"/>
            <a:ext cx="1859769" cy="2207715"/>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83" y="2130046"/>
            <a:ext cx="5509163"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3" y="2039126"/>
            <a:ext cx="7150609" cy="3356573"/>
          </a:xfrm>
        </p:spPr>
        <p:txBody>
          <a:bodyPr>
            <a:normAutofit/>
          </a:bodyPr>
          <a:lstStyle>
            <a:lvl1pPr>
              <a:defRPr sz="1995"/>
            </a:lvl1pPr>
            <a:lvl2pPr>
              <a:defRPr sz="1795"/>
            </a:lvl2pPr>
            <a:lvl3pPr>
              <a:defRPr sz="1596"/>
            </a:lvl3pPr>
            <a:lvl4pPr>
              <a:defRPr sz="1397"/>
            </a:lvl4pPr>
            <a:lvl5pPr>
              <a:defRPr sz="139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2" y="5879817"/>
            <a:ext cx="661417" cy="895898"/>
          </a:xfrm>
          <a:prstGeom prst="rect">
            <a:avLst/>
          </a:prstGeom>
        </p:spPr>
        <p:txBody>
          <a:bodyPr vert="horz" lIns="91440" tIns="45720" rIns="91440" bIns="45720" rtlCol="0" anchor="ctr"/>
          <a:lstStyle>
            <a:lvl1pPr algn="ctr">
              <a:defRPr sz="2394"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3" y="0"/>
            <a:ext cx="3216357" cy="3480450"/>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21"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8" y="1618827"/>
            <a:ext cx="3154525" cy="5229818"/>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0" y="2673015"/>
            <a:ext cx="1697024" cy="1898715"/>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2" y="0"/>
            <a:ext cx="2476444" cy="3377250"/>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4" y="914411"/>
            <a:ext cx="10360151" cy="2843783"/>
          </a:xfrm>
        </p:spPr>
        <p:txBody>
          <a:bodyPr anchor="b" anchorCtr="0"/>
          <a:lstStyle>
            <a:lvl1pPr algn="ctr">
              <a:defRPr sz="4799"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7" y="3825889"/>
            <a:ext cx="8109771" cy="2644778"/>
          </a:xfrm>
        </p:spPr>
        <p:txBody>
          <a:bodyPr>
            <a:normAutofit/>
          </a:bodyPr>
          <a:lstStyle>
            <a:lvl1pPr marL="0" indent="0" algn="ctr">
              <a:lnSpc>
                <a:spcPct val="100000"/>
              </a:lnSpc>
              <a:spcBef>
                <a:spcPts val="0"/>
              </a:spcBef>
              <a:buNone/>
              <a:defRPr sz="2394"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3" userDrawn="1">
          <p15:clr>
            <a:srgbClr val="FBAE40"/>
          </p15:clr>
        </p15:guide>
        <p15:guide id="2" pos="7271" userDrawn="1">
          <p15:clr>
            <a:srgbClr val="FBAE40"/>
          </p15:clr>
        </p15:guide>
        <p15:guide id="3" pos="409" userDrawn="1">
          <p15:clr>
            <a:srgbClr val="FBAE40"/>
          </p15:clr>
        </p15:guide>
        <p15:guide id="4" orient="horz" pos="50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4" y="914400"/>
            <a:ext cx="10360151" cy="914400"/>
          </a:xfrm>
        </p:spPr>
        <p:txBody>
          <a:bodyPr anchor="b" anchorCtr="0"/>
          <a:lstStyle>
            <a:lvl1pPr>
              <a:defRPr sz="3203"/>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3" y="2039127"/>
            <a:ext cx="4576953" cy="3877058"/>
          </a:xfrm>
        </p:spPr>
        <p:txBody>
          <a:bodyPr>
            <a:normAutofit/>
          </a:bodyPr>
          <a:lstStyle>
            <a:lvl1pPr marL="0" indent="0">
              <a:buNone/>
              <a:defRPr sz="1995"/>
            </a:lvl1pPr>
            <a:lvl2pPr marL="228512" indent="-228512">
              <a:spcBef>
                <a:spcPts val="998"/>
              </a:spcBef>
              <a:buFont typeface="Courier New" panose="02070309020205020404" pitchFamily="49" charset="0"/>
              <a:buChar char="o"/>
              <a:defRPr sz="1995"/>
            </a:lvl2pPr>
            <a:lvl3pPr marL="685524" indent="-228512">
              <a:spcBef>
                <a:spcPts val="998"/>
              </a:spcBef>
              <a:buFont typeface="Courier New" panose="02070309020205020404" pitchFamily="49" charset="0"/>
              <a:buChar char="o"/>
              <a:defRPr sz="1995"/>
            </a:lvl3pPr>
            <a:lvl4pPr marL="1142547" indent="-228512">
              <a:spcBef>
                <a:spcPts val="998"/>
              </a:spcBef>
              <a:buFont typeface="Courier New" panose="02070309020205020404" pitchFamily="49" charset="0"/>
              <a:buChar char="o"/>
              <a:defRPr sz="1995"/>
            </a:lvl4pPr>
            <a:lvl5pPr marL="1599560" indent="-228512">
              <a:spcBef>
                <a:spcPts val="998"/>
              </a:spcBef>
              <a:buFont typeface="Courier New" panose="02070309020205020404" pitchFamily="49" charset="0"/>
              <a:buChar char="o"/>
              <a:defRPr sz="199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9" y="2039127"/>
            <a:ext cx="4576953" cy="3877058"/>
          </a:xfrm>
        </p:spPr>
        <p:txBody>
          <a:bodyPr>
            <a:normAutofit/>
          </a:bodyPr>
          <a:lstStyle>
            <a:lvl1pPr marL="0" indent="0">
              <a:buNone/>
              <a:defRPr sz="1995"/>
            </a:lvl1pPr>
            <a:lvl2pPr marL="228512" indent="-228512">
              <a:spcBef>
                <a:spcPts val="998"/>
              </a:spcBef>
              <a:buFont typeface="Courier New" panose="02070309020205020404" pitchFamily="49" charset="0"/>
              <a:buChar char="o"/>
              <a:defRPr sz="1995"/>
            </a:lvl2pPr>
            <a:lvl3pPr marL="685524" indent="-228512">
              <a:spcBef>
                <a:spcPts val="998"/>
              </a:spcBef>
              <a:buFont typeface="Courier New" panose="02070309020205020404" pitchFamily="49" charset="0"/>
              <a:buChar char="o"/>
              <a:defRPr sz="1995"/>
            </a:lvl3pPr>
            <a:lvl4pPr marL="1142547" indent="-228512">
              <a:spcBef>
                <a:spcPts val="998"/>
              </a:spcBef>
              <a:buFont typeface="Courier New" panose="02070309020205020404" pitchFamily="49" charset="0"/>
              <a:buChar char="o"/>
              <a:defRPr sz="1995"/>
            </a:lvl4pPr>
            <a:lvl5pPr marL="1599560" indent="-228512">
              <a:spcBef>
                <a:spcPts val="998"/>
              </a:spcBef>
              <a:buFont typeface="Courier New" panose="02070309020205020404" pitchFamily="49" charset="0"/>
              <a:buChar char="o"/>
              <a:defRPr sz="199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5"/>
            <a:ext cx="4707470" cy="978195"/>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501" y="0"/>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21"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2" y="5879817"/>
            <a:ext cx="661417" cy="895898"/>
          </a:xfrm>
          <a:prstGeom prst="rect">
            <a:avLst/>
          </a:prstGeom>
        </p:spPr>
        <p:txBody>
          <a:bodyPr vert="horz" lIns="91440" tIns="45720" rIns="91440" bIns="45720" rtlCol="0" anchor="ctr"/>
          <a:lstStyle>
            <a:lvl1pPr algn="ctr">
              <a:defRPr sz="2394"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3" userDrawn="1">
          <p15:clr>
            <a:srgbClr val="FBAE40"/>
          </p15:clr>
        </p15:guide>
        <p15:guide id="2" pos="7271" userDrawn="1">
          <p15:clr>
            <a:srgbClr val="FBAE40"/>
          </p15:clr>
        </p15:guide>
        <p15:guide id="3" pos="409" userDrawn="1">
          <p15:clr>
            <a:srgbClr val="FBAE40"/>
          </p15:clr>
        </p15:guide>
        <p15:guide id="4" orient="horz" pos="50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2" y="12"/>
            <a:ext cx="12192000" cy="6800408"/>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sz="2121"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4" y="914400"/>
            <a:ext cx="10360151" cy="914400"/>
          </a:xfrm>
        </p:spPr>
        <p:txBody>
          <a:bodyPr anchor="b"/>
          <a:lstStyle>
            <a:lvl1pPr>
              <a:defRPr sz="3203"/>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404" y="2039115"/>
            <a:ext cx="3364991" cy="3904485"/>
          </a:xfrm>
        </p:spPr>
        <p:txBody>
          <a:bodyPr>
            <a:normAutofit/>
          </a:bodyPr>
          <a:lstStyle>
            <a:lvl1pPr marL="228512" indent="-228512">
              <a:buFont typeface="+mj-lt"/>
              <a:buAutoNum type="arabicPeriod"/>
              <a:defRPr sz="1995"/>
            </a:lvl1pPr>
            <a:lvl2pPr marL="685524" indent="-457013">
              <a:spcBef>
                <a:spcPts val="998"/>
              </a:spcBef>
              <a:buFont typeface="+mj-lt"/>
              <a:buAutoNum type="alphaLcPeriod"/>
              <a:defRPr sz="1995"/>
            </a:lvl2pPr>
            <a:lvl3pPr marL="914036" indent="-457013">
              <a:spcBef>
                <a:spcPts val="998"/>
              </a:spcBef>
              <a:buFont typeface="+mj-lt"/>
              <a:buAutoNum type="arabicParenR"/>
              <a:defRPr sz="1995"/>
            </a:lvl3pPr>
            <a:lvl4pPr marL="1142547" indent="-457013">
              <a:spcBef>
                <a:spcPts val="998"/>
              </a:spcBef>
              <a:buFont typeface="+mj-lt"/>
              <a:buAutoNum type="alphaLcParenR"/>
              <a:defRPr sz="1995"/>
            </a:lvl4pPr>
            <a:lvl5pPr marL="1142547" indent="-228512">
              <a:spcBef>
                <a:spcPts val="998"/>
              </a:spcBef>
              <a:buFont typeface="Courier New" panose="02070309020205020404" pitchFamily="49" charset="0"/>
              <a:buChar char="o"/>
              <a:defRPr sz="1995"/>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5"/>
            <a:ext cx="6537960" cy="3904485"/>
          </a:xfrm>
        </p:spPr>
        <p:txBody>
          <a:bodyPr>
            <a:normAutofit/>
          </a:bodyPr>
          <a:lstStyle>
            <a:lvl1pPr marL="0" indent="0">
              <a:buNone/>
              <a:defRPr sz="1995"/>
            </a:lvl1pPr>
            <a:lvl2pPr marL="228512" indent="-228512">
              <a:spcBef>
                <a:spcPts val="998"/>
              </a:spcBef>
              <a:buFont typeface="Courier New" panose="02070309020205020404" pitchFamily="49" charset="0"/>
              <a:buChar char="o"/>
              <a:defRPr sz="1995"/>
            </a:lvl2pPr>
            <a:lvl3pPr marL="685524" indent="-228512">
              <a:spcBef>
                <a:spcPts val="998"/>
              </a:spcBef>
              <a:buFont typeface="Courier New" panose="02070309020205020404" pitchFamily="49" charset="0"/>
              <a:buChar char="o"/>
              <a:defRPr sz="1995"/>
            </a:lvl3pPr>
            <a:lvl4pPr marL="1142547" indent="-228512">
              <a:spcBef>
                <a:spcPts val="998"/>
              </a:spcBef>
              <a:buFont typeface="Courier New" panose="02070309020205020404" pitchFamily="49" charset="0"/>
              <a:buChar char="o"/>
              <a:defRPr sz="1995"/>
            </a:lvl4pPr>
            <a:lvl5pPr marL="1599560" indent="-228512">
              <a:spcBef>
                <a:spcPts val="998"/>
              </a:spcBef>
              <a:buFont typeface="Courier New" panose="02070309020205020404" pitchFamily="49" charset="0"/>
              <a:buChar char="o"/>
              <a:defRPr sz="199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2" y="5879817"/>
            <a:ext cx="661417" cy="895898"/>
          </a:xfrm>
          <a:prstGeom prst="rect">
            <a:avLst/>
          </a:prstGeom>
        </p:spPr>
        <p:txBody>
          <a:bodyPr vert="horz" lIns="91440" tIns="45720" rIns="91440" bIns="45720" rtlCol="0" anchor="ctr"/>
          <a:lstStyle>
            <a:lvl1pPr algn="ctr">
              <a:defRPr sz="2394"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12"/>
            <a:ext cx="4303817" cy="6100298"/>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34" y="3184878"/>
            <a:ext cx="3027833"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2" y="914400"/>
            <a:ext cx="7534657" cy="914400"/>
          </a:xfrm>
        </p:spPr>
        <p:txBody>
          <a:bodyPr anchor="b" anchorCtr="0"/>
          <a:lstStyle>
            <a:lvl1pPr>
              <a:defRPr sz="3203"/>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404" y="2039115"/>
            <a:ext cx="5650991" cy="3904485"/>
          </a:xfrm>
        </p:spPr>
        <p:txBody>
          <a:bodyPr>
            <a:normAutofit/>
          </a:bodyPr>
          <a:lstStyle>
            <a:lvl1pPr marL="0" indent="0">
              <a:buNone/>
              <a:defRPr sz="1995"/>
            </a:lvl1pPr>
            <a:lvl2pPr marL="228512" indent="-228512">
              <a:spcBef>
                <a:spcPts val="998"/>
              </a:spcBef>
              <a:buFont typeface="Courier New" panose="02070309020205020404" pitchFamily="49" charset="0"/>
              <a:buChar char="o"/>
              <a:defRPr sz="1995"/>
            </a:lvl2pPr>
            <a:lvl3pPr marL="685524" indent="-228512">
              <a:spcBef>
                <a:spcPts val="998"/>
              </a:spcBef>
              <a:buFont typeface="Courier New" panose="02070309020205020404" pitchFamily="49" charset="0"/>
              <a:buChar char="o"/>
              <a:defRPr sz="1995"/>
            </a:lvl3pPr>
            <a:lvl4pPr marL="1142547" indent="-228512">
              <a:spcBef>
                <a:spcPts val="998"/>
              </a:spcBef>
              <a:buFont typeface="Courier New" panose="02070309020205020404" pitchFamily="49" charset="0"/>
              <a:buChar char="o"/>
              <a:defRPr sz="1995"/>
            </a:lvl4pPr>
            <a:lvl5pPr marL="1599560" indent="-228512">
              <a:spcBef>
                <a:spcPts val="998"/>
              </a:spcBef>
              <a:buFont typeface="Courier New" panose="02070309020205020404" pitchFamily="49" charset="0"/>
              <a:buChar char="o"/>
              <a:defRPr sz="199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8" y="-20742"/>
            <a:ext cx="4589511" cy="6555023"/>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1995"/>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2" y="5879817"/>
            <a:ext cx="661417" cy="895898"/>
          </a:xfrm>
          <a:prstGeom prst="rect">
            <a:avLst/>
          </a:prstGeom>
        </p:spPr>
        <p:txBody>
          <a:bodyPr vert="horz" lIns="91440" tIns="45720" rIns="91440" bIns="45720" rtlCol="0" anchor="ctr"/>
          <a:lstStyle>
            <a:lvl1pPr algn="ctr">
              <a:defRPr sz="2394"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3" userDrawn="1">
          <p15:clr>
            <a:srgbClr val="FBAE40"/>
          </p15:clr>
        </p15:guide>
        <p15:guide id="2" pos="7271" userDrawn="1">
          <p15:clr>
            <a:srgbClr val="FBAE40"/>
          </p15:clr>
        </p15:guide>
        <p15:guide id="3" pos="409" userDrawn="1">
          <p15:clr>
            <a:srgbClr val="FBAE40"/>
          </p15:clr>
        </p15:guide>
        <p15:guide id="4" orient="horz" pos="50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52" y="-93863"/>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21"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28"/>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4" y="12"/>
            <a:ext cx="3097831" cy="2532428"/>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8"/>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4" y="914400"/>
            <a:ext cx="10360151" cy="914400"/>
          </a:xfrm>
        </p:spPr>
        <p:txBody>
          <a:bodyPr anchor="b" anchorCtr="0"/>
          <a:lstStyle>
            <a:lvl1pPr>
              <a:defRPr sz="3203"/>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404" y="2039108"/>
            <a:ext cx="2816351" cy="3840480"/>
          </a:xfrm>
        </p:spPr>
        <p:txBody>
          <a:bodyPr>
            <a:normAutofit/>
          </a:bodyPr>
          <a:lstStyle>
            <a:lvl1pPr marL="0" indent="0">
              <a:buNone/>
              <a:defRPr sz="1995"/>
            </a:lvl1pPr>
            <a:lvl2pPr marL="228512" indent="-228512">
              <a:spcBef>
                <a:spcPts val="998"/>
              </a:spcBef>
              <a:buFont typeface="Courier New" panose="02070309020205020404" pitchFamily="49" charset="0"/>
              <a:buChar char="o"/>
              <a:defRPr sz="1995"/>
            </a:lvl2pPr>
            <a:lvl3pPr marL="685524" indent="-228512">
              <a:spcBef>
                <a:spcPts val="998"/>
              </a:spcBef>
              <a:buFont typeface="Courier New" panose="02070309020205020404" pitchFamily="49" charset="0"/>
              <a:buChar char="o"/>
              <a:defRPr sz="1995"/>
            </a:lvl3pPr>
            <a:lvl4pPr marL="1142547" indent="-228512">
              <a:spcBef>
                <a:spcPts val="998"/>
              </a:spcBef>
              <a:buFont typeface="Courier New" panose="02070309020205020404" pitchFamily="49" charset="0"/>
              <a:buChar char="o"/>
              <a:defRPr sz="1995"/>
            </a:lvl4pPr>
            <a:lvl5pPr marL="1599560" indent="-228512">
              <a:spcBef>
                <a:spcPts val="998"/>
              </a:spcBef>
              <a:buFont typeface="Courier New" panose="02070309020205020404" pitchFamily="49" charset="0"/>
              <a:buChar char="o"/>
              <a:defRPr sz="199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08"/>
            <a:ext cx="6949440" cy="3840480"/>
          </a:xfrm>
        </p:spPr>
        <p:txBody>
          <a:bodyPr>
            <a:normAutofit/>
          </a:bodyPr>
          <a:lstStyle>
            <a:lvl1pPr marL="228512" indent="-228512">
              <a:buFont typeface="Courier New" panose="02070309020205020404" pitchFamily="49" charset="0"/>
              <a:buChar char="o"/>
              <a:defRPr sz="1995"/>
            </a:lvl1pPr>
            <a:lvl2pPr marL="685524" indent="-228512">
              <a:spcBef>
                <a:spcPts val="998"/>
              </a:spcBef>
              <a:buFont typeface="Courier New" panose="02070309020205020404" pitchFamily="49" charset="0"/>
              <a:buChar char="o"/>
              <a:defRPr sz="1995"/>
            </a:lvl2pPr>
            <a:lvl3pPr marL="1142547" indent="-228512">
              <a:spcBef>
                <a:spcPts val="998"/>
              </a:spcBef>
              <a:buFont typeface="Courier New" panose="02070309020205020404" pitchFamily="49" charset="0"/>
              <a:buChar char="o"/>
              <a:defRPr sz="1995"/>
            </a:lvl3pPr>
            <a:lvl4pPr marL="1599560" indent="-228512">
              <a:spcBef>
                <a:spcPts val="998"/>
              </a:spcBef>
              <a:buFont typeface="Courier New" panose="02070309020205020404" pitchFamily="49" charset="0"/>
              <a:buChar char="o"/>
              <a:defRPr sz="1995"/>
            </a:lvl4pPr>
            <a:lvl5pPr marL="2056572" indent="-228512">
              <a:spcBef>
                <a:spcPts val="998"/>
              </a:spcBef>
              <a:buFont typeface="Courier New" panose="02070309020205020404" pitchFamily="49" charset="0"/>
              <a:buChar char="o"/>
              <a:defRPr sz="199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2" y="5879817"/>
            <a:ext cx="661417" cy="895898"/>
          </a:xfrm>
          <a:prstGeom prst="rect">
            <a:avLst/>
          </a:prstGeom>
        </p:spPr>
        <p:txBody>
          <a:bodyPr vert="horz" lIns="91440" tIns="45720" rIns="91440" bIns="45720" rtlCol="0" anchor="ctr"/>
          <a:lstStyle>
            <a:lvl1pPr algn="ctr">
              <a:defRPr sz="2394"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3" userDrawn="1">
          <p15:clr>
            <a:srgbClr val="FBAE40"/>
          </p15:clr>
        </p15:guide>
        <p15:guide id="2" pos="7271" userDrawn="1">
          <p15:clr>
            <a:srgbClr val="FBAE40"/>
          </p15:clr>
        </p15:guide>
        <p15:guide id="3" pos="409" userDrawn="1">
          <p15:clr>
            <a:srgbClr val="FBAE40"/>
          </p15:clr>
        </p15:guide>
        <p15:guide id="4" orient="horz" pos="503"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2"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4" y="-30585"/>
            <a:ext cx="5047482" cy="6915255"/>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4" y="914400"/>
            <a:ext cx="10360151" cy="914400"/>
          </a:xfrm>
        </p:spPr>
        <p:txBody>
          <a:bodyPr anchor="b" anchorCtr="0"/>
          <a:lstStyle>
            <a:lvl1pPr>
              <a:defRPr sz="3203"/>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400" y="2039108"/>
            <a:ext cx="6729984" cy="3840480"/>
          </a:xfrm>
        </p:spPr>
        <p:txBody>
          <a:bodyPr>
            <a:normAutofit/>
          </a:bodyPr>
          <a:lstStyle>
            <a:lvl1pPr marL="228512" indent="-228512">
              <a:buFont typeface="Courier New" panose="02070309020205020404" pitchFamily="49" charset="0"/>
              <a:buChar char="o"/>
              <a:defRPr sz="1995" cap="all" baseline="0"/>
            </a:lvl1pPr>
            <a:lvl2pPr marL="685524" indent="-228512">
              <a:spcBef>
                <a:spcPts val="998"/>
              </a:spcBef>
              <a:buFont typeface="Courier New" panose="02070309020205020404" pitchFamily="49" charset="0"/>
              <a:buChar char="o"/>
              <a:defRPr sz="1995"/>
            </a:lvl2pPr>
            <a:lvl3pPr marL="1142547" indent="-228512">
              <a:spcBef>
                <a:spcPts val="998"/>
              </a:spcBef>
              <a:buFont typeface="Courier New" panose="02070309020205020404" pitchFamily="49" charset="0"/>
              <a:buChar char="o"/>
              <a:defRPr sz="1995"/>
            </a:lvl3pPr>
            <a:lvl4pPr marL="1599560" indent="-228512">
              <a:spcBef>
                <a:spcPts val="998"/>
              </a:spcBef>
              <a:buFont typeface="Courier New" panose="02070309020205020404" pitchFamily="49" charset="0"/>
              <a:buChar char="o"/>
              <a:defRPr sz="1995"/>
            </a:lvl4pPr>
            <a:lvl5pPr marL="2056572" indent="-228512">
              <a:spcBef>
                <a:spcPts val="998"/>
              </a:spcBef>
              <a:buFont typeface="Courier New" panose="02070309020205020404" pitchFamily="49" charset="0"/>
              <a:buChar char="o"/>
              <a:defRPr sz="199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4" y="2039108"/>
            <a:ext cx="3163824" cy="3840480"/>
          </a:xfrm>
        </p:spPr>
        <p:txBody>
          <a:bodyPr>
            <a:normAutofit/>
          </a:bodyPr>
          <a:lstStyle>
            <a:lvl1pPr marL="0" indent="0">
              <a:buNone/>
              <a:defRPr sz="1995"/>
            </a:lvl1pPr>
            <a:lvl2pPr marL="228512" indent="-228512">
              <a:spcBef>
                <a:spcPts val="998"/>
              </a:spcBef>
              <a:buFont typeface="Courier New" panose="02070309020205020404" pitchFamily="49" charset="0"/>
              <a:buChar char="o"/>
              <a:defRPr sz="1995"/>
            </a:lvl2pPr>
            <a:lvl3pPr marL="685524" indent="-228512">
              <a:spcBef>
                <a:spcPts val="998"/>
              </a:spcBef>
              <a:buFont typeface="Courier New" panose="02070309020205020404" pitchFamily="49" charset="0"/>
              <a:buChar char="o"/>
              <a:defRPr sz="1995"/>
            </a:lvl3pPr>
            <a:lvl4pPr marL="1142547" indent="-228512">
              <a:spcBef>
                <a:spcPts val="998"/>
              </a:spcBef>
              <a:buFont typeface="Courier New" panose="02070309020205020404" pitchFamily="49" charset="0"/>
              <a:buChar char="o"/>
              <a:defRPr sz="1995"/>
            </a:lvl4pPr>
            <a:lvl5pPr marL="1599560" indent="-228512">
              <a:spcBef>
                <a:spcPts val="998"/>
              </a:spcBef>
              <a:buFont typeface="Courier New" panose="02070309020205020404" pitchFamily="49" charset="0"/>
              <a:buChar char="o"/>
              <a:defRPr sz="199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2" y="5879817"/>
            <a:ext cx="661417" cy="895898"/>
          </a:xfrm>
          <a:prstGeom prst="rect">
            <a:avLst/>
          </a:prstGeom>
        </p:spPr>
        <p:txBody>
          <a:bodyPr vert="horz" lIns="91440" tIns="45720" rIns="91440" bIns="45720" rtlCol="0" anchor="ctr"/>
          <a:lstStyle>
            <a:lvl1pPr algn="ctr">
              <a:defRPr sz="2394"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3" userDrawn="1">
          <p15:clr>
            <a:srgbClr val="FBAE40"/>
          </p15:clr>
        </p15:guide>
        <p15:guide id="2" pos="7271" userDrawn="1">
          <p15:clr>
            <a:srgbClr val="FBAE40"/>
          </p15:clr>
        </p15:guide>
        <p15:guide id="3" pos="409" userDrawn="1">
          <p15:clr>
            <a:srgbClr val="FBAE40"/>
          </p15:clr>
        </p15:guide>
        <p15:guide id="4" orient="horz" pos="50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5"/>
            <a:ext cx="12192000" cy="3586575"/>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1" y="11"/>
            <a:ext cx="5362677" cy="590063"/>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4" y="914400"/>
            <a:ext cx="10360151" cy="914400"/>
          </a:xfrm>
        </p:spPr>
        <p:txBody>
          <a:bodyPr anchor="b" anchorCtr="0"/>
          <a:lstStyle>
            <a:lvl1pPr>
              <a:defRPr sz="3203"/>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3" y="2039119"/>
            <a:ext cx="10360025" cy="3374138"/>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2" y="5879817"/>
            <a:ext cx="661417" cy="895898"/>
          </a:xfrm>
          <a:prstGeom prst="rect">
            <a:avLst/>
          </a:prstGeom>
        </p:spPr>
        <p:txBody>
          <a:bodyPr vert="horz" lIns="91440" tIns="45720" rIns="91440" bIns="45720" rtlCol="0" anchor="ctr"/>
          <a:lstStyle>
            <a:lvl1pPr algn="ctr">
              <a:defRPr sz="2394"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3" userDrawn="1">
          <p15:clr>
            <a:srgbClr val="FBAE40"/>
          </p15:clr>
        </p15:guide>
        <p15:guide id="2" pos="7271" userDrawn="1">
          <p15:clr>
            <a:srgbClr val="FBAE40"/>
          </p15:clr>
        </p15:guide>
        <p15:guide id="3" pos="409" userDrawn="1">
          <p15:clr>
            <a:srgbClr val="FBAE40"/>
          </p15:clr>
        </p15:guide>
        <p15:guide id="4" orient="horz" pos="503"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2" y="3001414"/>
            <a:ext cx="3865902" cy="3856598"/>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21"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4" y="0"/>
            <a:ext cx="4267591" cy="2882745"/>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72" y="1187809"/>
            <a:ext cx="1678578" cy="546056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3" y="914400"/>
            <a:ext cx="5641849" cy="5029200"/>
          </a:xfrm>
        </p:spPr>
        <p:txBody>
          <a:bodyPr anchor="ctr"/>
          <a:lstStyle>
            <a:lvl1pPr algn="l">
              <a:defRPr sz="4799"/>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60" y="914400"/>
            <a:ext cx="3867911" cy="5029200"/>
          </a:xfrm>
        </p:spPr>
        <p:txBody>
          <a:bodyPr anchor="ctr">
            <a:normAutofit/>
          </a:bodyPr>
          <a:lstStyle>
            <a:lvl1pPr marL="0" indent="0">
              <a:buFont typeface="Courier New" panose="02070309020205020404" pitchFamily="49" charset="0"/>
              <a:buNone/>
              <a:defRPr sz="1995" cap="all" baseline="0"/>
            </a:lvl1pPr>
            <a:lvl2pPr marL="0" indent="0">
              <a:spcBef>
                <a:spcPts val="998"/>
              </a:spcBef>
              <a:buFont typeface="Courier New" panose="02070309020205020404" pitchFamily="49" charset="0"/>
              <a:buNone/>
              <a:defRPr sz="1995"/>
            </a:lvl2pPr>
            <a:lvl3pPr marL="685524" indent="-228512">
              <a:spcBef>
                <a:spcPts val="998"/>
              </a:spcBef>
              <a:buFont typeface="Courier New" panose="02070309020205020404" pitchFamily="49" charset="0"/>
              <a:buChar char="o"/>
              <a:defRPr sz="1995"/>
            </a:lvl3pPr>
            <a:lvl4pPr marL="1142547" indent="-228512">
              <a:spcBef>
                <a:spcPts val="998"/>
              </a:spcBef>
              <a:buFont typeface="Courier New" panose="02070309020205020404" pitchFamily="49" charset="0"/>
              <a:buChar char="o"/>
              <a:defRPr sz="1995"/>
            </a:lvl4pPr>
            <a:lvl5pPr marL="1599560" indent="-228512">
              <a:spcBef>
                <a:spcPts val="998"/>
              </a:spcBef>
              <a:buFont typeface="Courier New" panose="02070309020205020404" pitchFamily="49" charset="0"/>
              <a:buChar char="o"/>
              <a:defRPr sz="199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8" y="5209699"/>
            <a:ext cx="3221255" cy="1682468"/>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sz="2121"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5" y="4321740"/>
            <a:ext cx="1859769" cy="2536260"/>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5" tIns="45717" rIns="91445" bIns="45717" numCol="1" spcCol="0" rtlCol="0" fromWordArt="0" anchor="ctr" anchorCtr="0" forceAA="0" compatLnSpc="1">
            <a:prstTxWarp prst="textNoShape">
              <a:avLst/>
            </a:prstTxWarp>
            <a:noAutofit/>
          </a:bodyPr>
          <a:lstStyle/>
          <a:p>
            <a:pPr lvl="0"/>
            <a:endParaRPr lang="en-US" sz="2121"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2" y="5879817"/>
            <a:ext cx="661417" cy="895898"/>
          </a:xfrm>
          <a:prstGeom prst="rect">
            <a:avLst/>
          </a:prstGeom>
        </p:spPr>
        <p:txBody>
          <a:bodyPr vert="horz" lIns="91440" tIns="45720" rIns="91440" bIns="45720" rtlCol="0" anchor="ctr"/>
          <a:lstStyle>
            <a:lvl1pPr algn="l">
              <a:defRPr sz="2394"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2" y="365123"/>
            <a:ext cx="10515600" cy="13255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2" y="1825627"/>
            <a:ext cx="10515600" cy="435133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4" y="6464817"/>
            <a:ext cx="987551" cy="310898"/>
          </a:xfrm>
          <a:prstGeom prst="rect">
            <a:avLst/>
          </a:prstGeom>
        </p:spPr>
        <p:txBody>
          <a:bodyPr vert="horz" lIns="91440" tIns="45720" rIns="91440" bIns="45720" rtlCol="0" anchor="ctr"/>
          <a:lstStyle>
            <a:lvl1pPr algn="l">
              <a:defRPr sz="1397">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7" y="6464817"/>
            <a:ext cx="3438144" cy="310898"/>
          </a:xfrm>
          <a:prstGeom prst="rect">
            <a:avLst/>
          </a:prstGeom>
        </p:spPr>
        <p:txBody>
          <a:bodyPr vert="horz" lIns="91440" tIns="45720" rIns="91440" bIns="45720" rtlCol="0" anchor="ctr"/>
          <a:lstStyle>
            <a:lvl1pPr algn="ctr">
              <a:defRPr sz="1397">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2" y="5879817"/>
            <a:ext cx="661417" cy="895898"/>
          </a:xfrm>
          <a:prstGeom prst="rect">
            <a:avLst/>
          </a:prstGeom>
        </p:spPr>
        <p:txBody>
          <a:bodyPr vert="horz" lIns="91440" tIns="45720" rIns="91440" bIns="45720" rtlCol="0" anchor="ctr"/>
          <a:lstStyle>
            <a:lvl1pPr algn="ctr">
              <a:defRPr sz="2394"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8"/>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036" rtl="0" eaLnBrk="1" latinLnBrk="0" hangingPunct="1">
        <a:lnSpc>
          <a:spcPct val="90000"/>
        </a:lnSpc>
        <a:spcBef>
          <a:spcPct val="0"/>
        </a:spcBef>
        <a:buNone/>
        <a:defRPr sz="5996" kern="1200">
          <a:solidFill>
            <a:schemeClr val="tx1"/>
          </a:solidFill>
          <a:latin typeface="+mj-lt"/>
          <a:ea typeface="+mj-ea"/>
          <a:cs typeface="+mj-cs"/>
        </a:defRPr>
      </a:lvl1pPr>
    </p:titleStyle>
    <p:bodyStyle>
      <a:lvl1pPr marL="228512" indent="-228512" algn="l" defTabSz="914036" rtl="0" eaLnBrk="1" latinLnBrk="0" hangingPunct="1">
        <a:lnSpc>
          <a:spcPct val="90000"/>
        </a:lnSpc>
        <a:spcBef>
          <a:spcPts val="998"/>
        </a:spcBef>
        <a:buFont typeface="Arial" panose="020B0604020202020204" pitchFamily="34" charset="0"/>
        <a:buChar char="•"/>
        <a:defRPr sz="2804" kern="1200">
          <a:solidFill>
            <a:schemeClr val="tx1"/>
          </a:solidFill>
          <a:latin typeface="+mn-lt"/>
          <a:ea typeface="+mn-ea"/>
          <a:cs typeface="+mn-cs"/>
        </a:defRPr>
      </a:lvl1pPr>
      <a:lvl2pPr marL="685524" indent="-228512" algn="l" defTabSz="914036" rtl="0" eaLnBrk="1" latinLnBrk="0" hangingPunct="1">
        <a:lnSpc>
          <a:spcPct val="90000"/>
        </a:lnSpc>
        <a:spcBef>
          <a:spcPts val="504"/>
        </a:spcBef>
        <a:buFont typeface="Arial" panose="020B0604020202020204" pitchFamily="34" charset="0"/>
        <a:buChar char="•"/>
        <a:defRPr sz="2394" kern="1200">
          <a:solidFill>
            <a:schemeClr val="tx1"/>
          </a:solidFill>
          <a:latin typeface="+mn-lt"/>
          <a:ea typeface="+mn-ea"/>
          <a:cs typeface="+mn-cs"/>
        </a:defRPr>
      </a:lvl2pPr>
      <a:lvl3pPr marL="1142547" indent="-228512" algn="l" defTabSz="914036" rtl="0" eaLnBrk="1" latinLnBrk="0" hangingPunct="1">
        <a:lnSpc>
          <a:spcPct val="90000"/>
        </a:lnSpc>
        <a:spcBef>
          <a:spcPts val="504"/>
        </a:spcBef>
        <a:buFont typeface="Arial" panose="020B0604020202020204" pitchFamily="34" charset="0"/>
        <a:buChar char="•"/>
        <a:defRPr sz="1995" kern="1200">
          <a:solidFill>
            <a:schemeClr val="tx1"/>
          </a:solidFill>
          <a:latin typeface="+mn-lt"/>
          <a:ea typeface="+mn-ea"/>
          <a:cs typeface="+mn-cs"/>
        </a:defRPr>
      </a:lvl3pPr>
      <a:lvl4pPr marL="1599560" indent="-228512" algn="l" defTabSz="914036" rtl="0" eaLnBrk="1" latinLnBrk="0" hangingPunct="1">
        <a:lnSpc>
          <a:spcPct val="90000"/>
        </a:lnSpc>
        <a:spcBef>
          <a:spcPts val="504"/>
        </a:spcBef>
        <a:buFont typeface="Arial" panose="020B0604020202020204" pitchFamily="34" charset="0"/>
        <a:buChar char="•"/>
        <a:defRPr sz="1795" kern="1200">
          <a:solidFill>
            <a:schemeClr val="tx1"/>
          </a:solidFill>
          <a:latin typeface="+mn-lt"/>
          <a:ea typeface="+mn-ea"/>
          <a:cs typeface="+mn-cs"/>
        </a:defRPr>
      </a:lvl4pPr>
      <a:lvl5pPr marL="2056572" indent="-228512" algn="l" defTabSz="914036" rtl="0" eaLnBrk="1" latinLnBrk="0" hangingPunct="1">
        <a:lnSpc>
          <a:spcPct val="90000"/>
        </a:lnSpc>
        <a:spcBef>
          <a:spcPts val="504"/>
        </a:spcBef>
        <a:buFont typeface="Arial" panose="020B0604020202020204" pitchFamily="34" charset="0"/>
        <a:buChar char="•"/>
        <a:defRPr sz="1795" kern="1200">
          <a:solidFill>
            <a:schemeClr val="tx1"/>
          </a:solidFill>
          <a:latin typeface="+mn-lt"/>
          <a:ea typeface="+mn-ea"/>
          <a:cs typeface="+mn-cs"/>
        </a:defRPr>
      </a:lvl5pPr>
      <a:lvl6pPr marL="2513595" indent="-228512" algn="l" defTabSz="914036" rtl="0" eaLnBrk="1" latinLnBrk="0" hangingPunct="1">
        <a:lnSpc>
          <a:spcPct val="90000"/>
        </a:lnSpc>
        <a:spcBef>
          <a:spcPts val="504"/>
        </a:spcBef>
        <a:buFont typeface="Arial" panose="020B0604020202020204" pitchFamily="34" charset="0"/>
        <a:buChar char="•"/>
        <a:defRPr sz="1795" kern="1200">
          <a:solidFill>
            <a:schemeClr val="tx1"/>
          </a:solidFill>
          <a:latin typeface="+mn-lt"/>
          <a:ea typeface="+mn-ea"/>
          <a:cs typeface="+mn-cs"/>
        </a:defRPr>
      </a:lvl6pPr>
      <a:lvl7pPr marL="2970608" indent="-228512" algn="l" defTabSz="914036" rtl="0" eaLnBrk="1" latinLnBrk="0" hangingPunct="1">
        <a:lnSpc>
          <a:spcPct val="90000"/>
        </a:lnSpc>
        <a:spcBef>
          <a:spcPts val="504"/>
        </a:spcBef>
        <a:buFont typeface="Arial" panose="020B0604020202020204" pitchFamily="34" charset="0"/>
        <a:buChar char="•"/>
        <a:defRPr sz="1795" kern="1200">
          <a:solidFill>
            <a:schemeClr val="tx1"/>
          </a:solidFill>
          <a:latin typeface="+mn-lt"/>
          <a:ea typeface="+mn-ea"/>
          <a:cs typeface="+mn-cs"/>
        </a:defRPr>
      </a:lvl7pPr>
      <a:lvl8pPr marL="3427631" indent="-228512" algn="l" defTabSz="914036" rtl="0" eaLnBrk="1" latinLnBrk="0" hangingPunct="1">
        <a:lnSpc>
          <a:spcPct val="90000"/>
        </a:lnSpc>
        <a:spcBef>
          <a:spcPts val="504"/>
        </a:spcBef>
        <a:buFont typeface="Arial" panose="020B0604020202020204" pitchFamily="34" charset="0"/>
        <a:buChar char="•"/>
        <a:defRPr sz="1795" kern="1200">
          <a:solidFill>
            <a:schemeClr val="tx1"/>
          </a:solidFill>
          <a:latin typeface="+mn-lt"/>
          <a:ea typeface="+mn-ea"/>
          <a:cs typeface="+mn-cs"/>
        </a:defRPr>
      </a:lvl8pPr>
      <a:lvl9pPr marL="3884643" indent="-228512" algn="l" defTabSz="914036" rtl="0" eaLnBrk="1" latinLnBrk="0" hangingPunct="1">
        <a:lnSpc>
          <a:spcPct val="90000"/>
        </a:lnSpc>
        <a:spcBef>
          <a:spcPts val="504"/>
        </a:spcBef>
        <a:buFont typeface="Arial" panose="020B0604020202020204" pitchFamily="34" charset="0"/>
        <a:buChar char="•"/>
        <a:defRPr sz="1795" kern="1200">
          <a:solidFill>
            <a:schemeClr val="tx1"/>
          </a:solidFill>
          <a:latin typeface="+mn-lt"/>
          <a:ea typeface="+mn-ea"/>
          <a:cs typeface="+mn-cs"/>
        </a:defRPr>
      </a:lvl9pPr>
    </p:bodyStyle>
    <p:otherStyle>
      <a:defPPr>
        <a:defRPr lang="en-US"/>
      </a:defPPr>
      <a:lvl1pPr marL="0" algn="l" defTabSz="914036" rtl="0" eaLnBrk="1" latinLnBrk="0" hangingPunct="1">
        <a:defRPr sz="1795" kern="1200">
          <a:solidFill>
            <a:schemeClr val="tx1"/>
          </a:solidFill>
          <a:latin typeface="+mn-lt"/>
          <a:ea typeface="+mn-ea"/>
          <a:cs typeface="+mn-cs"/>
        </a:defRPr>
      </a:lvl1pPr>
      <a:lvl2pPr marL="457013" algn="l" defTabSz="914036" rtl="0" eaLnBrk="1" latinLnBrk="0" hangingPunct="1">
        <a:defRPr sz="1795" kern="1200">
          <a:solidFill>
            <a:schemeClr val="tx1"/>
          </a:solidFill>
          <a:latin typeface="+mn-lt"/>
          <a:ea typeface="+mn-ea"/>
          <a:cs typeface="+mn-cs"/>
        </a:defRPr>
      </a:lvl2pPr>
      <a:lvl3pPr marL="914036" algn="l" defTabSz="914036" rtl="0" eaLnBrk="1" latinLnBrk="0" hangingPunct="1">
        <a:defRPr sz="1795" kern="1200">
          <a:solidFill>
            <a:schemeClr val="tx1"/>
          </a:solidFill>
          <a:latin typeface="+mn-lt"/>
          <a:ea typeface="+mn-ea"/>
          <a:cs typeface="+mn-cs"/>
        </a:defRPr>
      </a:lvl3pPr>
      <a:lvl4pPr marL="1371048" algn="l" defTabSz="914036" rtl="0" eaLnBrk="1" latinLnBrk="0" hangingPunct="1">
        <a:defRPr sz="1795" kern="1200">
          <a:solidFill>
            <a:schemeClr val="tx1"/>
          </a:solidFill>
          <a:latin typeface="+mn-lt"/>
          <a:ea typeface="+mn-ea"/>
          <a:cs typeface="+mn-cs"/>
        </a:defRPr>
      </a:lvl4pPr>
      <a:lvl5pPr marL="1828071" algn="l" defTabSz="914036" rtl="0" eaLnBrk="1" latinLnBrk="0" hangingPunct="1">
        <a:defRPr sz="1795" kern="1200">
          <a:solidFill>
            <a:schemeClr val="tx1"/>
          </a:solidFill>
          <a:latin typeface="+mn-lt"/>
          <a:ea typeface="+mn-ea"/>
          <a:cs typeface="+mn-cs"/>
        </a:defRPr>
      </a:lvl5pPr>
      <a:lvl6pPr marL="2285084" algn="l" defTabSz="914036" rtl="0" eaLnBrk="1" latinLnBrk="0" hangingPunct="1">
        <a:defRPr sz="1795" kern="1200">
          <a:solidFill>
            <a:schemeClr val="tx1"/>
          </a:solidFill>
          <a:latin typeface="+mn-lt"/>
          <a:ea typeface="+mn-ea"/>
          <a:cs typeface="+mn-cs"/>
        </a:defRPr>
      </a:lvl6pPr>
      <a:lvl7pPr marL="2742107" algn="l" defTabSz="914036" rtl="0" eaLnBrk="1" latinLnBrk="0" hangingPunct="1">
        <a:defRPr sz="1795" kern="1200">
          <a:solidFill>
            <a:schemeClr val="tx1"/>
          </a:solidFill>
          <a:latin typeface="+mn-lt"/>
          <a:ea typeface="+mn-ea"/>
          <a:cs typeface="+mn-cs"/>
        </a:defRPr>
      </a:lvl7pPr>
      <a:lvl8pPr marL="3199119" algn="l" defTabSz="914036" rtl="0" eaLnBrk="1" latinLnBrk="0" hangingPunct="1">
        <a:defRPr sz="1795" kern="1200">
          <a:solidFill>
            <a:schemeClr val="tx1"/>
          </a:solidFill>
          <a:latin typeface="+mn-lt"/>
          <a:ea typeface="+mn-ea"/>
          <a:cs typeface="+mn-cs"/>
        </a:defRPr>
      </a:lvl8pPr>
      <a:lvl9pPr marL="3656142" algn="l" defTabSz="914036" rtl="0" eaLnBrk="1" latinLnBrk="0" hangingPunct="1">
        <a:defRPr sz="17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www.google.com/search?sca_esv=ff3a164b2762a5c0&amp;sxsrf=AE3TifMHk367-SWN6dBkFJ7kqGRmeheC0A%3A1760117334773&amp;q=undefined+behavior&amp;sa=X&amp;sqi=2&amp;ved=2ahUKEwiOgIKElJqQAxWVwjgGHUMEHPUQxccNegQIJRAB&amp;mstk=AUtExfBVwuTOgwSwLdKYL10-XAnlugJEKdfGY3Z2pbH4ZbMyJ5yCUf-BTxAipi_LzqzFO2iLFnagnfPoZMdeemPuVhOxGbD_0WRO9-f5Y4jH-w1HlW5-3HHqW9EUq1VF53sPZinSii4KbtkMcviY9UhW3lsjKtA9MEVH_42xICmoAeX9nAQ&amp;csui=3"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hyperlink" Target="https://www.acunetix.com/blog/web-security-zone/what-is-buffer-overflow/" TargetMode="External"/><Relationship Id="rId4" Type="http://schemas.openxmlformats.org/officeDocument/2006/relationships/hyperlink" Target="https://cwe.mitre.org/top25/archive/2019/2019_cwe_top25.html"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57" y="722410"/>
            <a:ext cx="10360151" cy="5029196"/>
          </a:xfrm>
        </p:spPr>
        <p:txBody>
          <a:bodyPr anchor="ctr"/>
          <a:lstStyle/>
          <a:p>
            <a:r>
              <a:rPr lang="en-US" sz="5397" dirty="0"/>
              <a:t>Buffer overflow</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9FD96D-33B1-EB55-A18E-847E42E248C7}"/>
              </a:ext>
            </a:extLst>
          </p:cNvPr>
          <p:cNvPicPr>
            <a:picLocks noChangeAspect="1"/>
          </p:cNvPicPr>
          <p:nvPr/>
        </p:nvPicPr>
        <p:blipFill>
          <a:blip r:embed="rId3"/>
          <a:stretch>
            <a:fillRect/>
          </a:stretch>
        </p:blipFill>
        <p:spPr>
          <a:xfrm>
            <a:off x="510254" y="205294"/>
            <a:ext cx="10992898" cy="2533780"/>
          </a:xfrm>
          <a:prstGeom prst="rect">
            <a:avLst/>
          </a:prstGeom>
        </p:spPr>
      </p:pic>
      <p:pic>
        <p:nvPicPr>
          <p:cNvPr id="7" name="Picture 6">
            <a:extLst>
              <a:ext uri="{FF2B5EF4-FFF2-40B4-BE49-F238E27FC236}">
                <a16:creationId xmlns:a16="http://schemas.microsoft.com/office/drawing/2014/main" id="{6742CAA6-B37D-F231-78CA-23CD08555BB3}"/>
              </a:ext>
            </a:extLst>
          </p:cNvPr>
          <p:cNvPicPr>
            <a:picLocks noChangeAspect="1"/>
          </p:cNvPicPr>
          <p:nvPr/>
        </p:nvPicPr>
        <p:blipFill>
          <a:blip r:embed="rId4"/>
          <a:stretch>
            <a:fillRect/>
          </a:stretch>
        </p:blipFill>
        <p:spPr>
          <a:xfrm>
            <a:off x="510254" y="2906812"/>
            <a:ext cx="10992898" cy="3549832"/>
          </a:xfrm>
          <a:prstGeom prst="rect">
            <a:avLst/>
          </a:prstGeom>
        </p:spPr>
      </p:pic>
    </p:spTree>
    <p:extLst>
      <p:ext uri="{BB962C8B-B14F-4D97-AF65-F5344CB8AC3E}">
        <p14:creationId xmlns:p14="http://schemas.microsoft.com/office/powerpoint/2010/main" val="2222324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A9964-FDB4-7576-27FF-E76C44DEEAB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6D5F7AE-7555-2D8C-8595-6DC1311C3FD5}"/>
              </a:ext>
            </a:extLst>
          </p:cNvPr>
          <p:cNvPicPr>
            <a:picLocks noChangeAspect="1"/>
          </p:cNvPicPr>
          <p:nvPr/>
        </p:nvPicPr>
        <p:blipFill>
          <a:blip r:embed="rId3"/>
          <a:stretch>
            <a:fillRect/>
          </a:stretch>
        </p:blipFill>
        <p:spPr>
          <a:xfrm>
            <a:off x="244929" y="320040"/>
            <a:ext cx="11532543" cy="6236207"/>
          </a:xfrm>
          <a:prstGeom prst="rect">
            <a:avLst/>
          </a:prstGeom>
        </p:spPr>
      </p:pic>
    </p:spTree>
    <p:extLst>
      <p:ext uri="{BB962C8B-B14F-4D97-AF65-F5344CB8AC3E}">
        <p14:creationId xmlns:p14="http://schemas.microsoft.com/office/powerpoint/2010/main" val="4203768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3E9CF-002C-D46C-9C3C-3C9295A2F9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FC58A8E-2FF9-07DC-CEA4-1AC1AEA9B6B9}"/>
              </a:ext>
            </a:extLst>
          </p:cNvPr>
          <p:cNvPicPr>
            <a:picLocks noChangeAspect="1"/>
          </p:cNvPicPr>
          <p:nvPr/>
        </p:nvPicPr>
        <p:blipFill>
          <a:blip r:embed="rId3"/>
          <a:stretch>
            <a:fillRect/>
          </a:stretch>
        </p:blipFill>
        <p:spPr>
          <a:xfrm>
            <a:off x="457200" y="292609"/>
            <a:ext cx="11256263" cy="6025790"/>
          </a:xfrm>
          <a:prstGeom prst="rect">
            <a:avLst/>
          </a:prstGeom>
        </p:spPr>
      </p:pic>
    </p:spTree>
    <p:extLst>
      <p:ext uri="{BB962C8B-B14F-4D97-AF65-F5344CB8AC3E}">
        <p14:creationId xmlns:p14="http://schemas.microsoft.com/office/powerpoint/2010/main" val="2928890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7F2B8-34EB-22A4-CCF6-C2BA5660865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FA8B012-A58F-63C1-CD83-8C7CDFA74F7D}"/>
              </a:ext>
            </a:extLst>
          </p:cNvPr>
          <p:cNvPicPr>
            <a:picLocks noChangeAspect="1"/>
          </p:cNvPicPr>
          <p:nvPr/>
        </p:nvPicPr>
        <p:blipFill>
          <a:blip r:embed="rId3"/>
          <a:stretch>
            <a:fillRect/>
          </a:stretch>
        </p:blipFill>
        <p:spPr>
          <a:xfrm>
            <a:off x="438912" y="374904"/>
            <a:ext cx="11329415" cy="6016751"/>
          </a:xfrm>
          <a:prstGeom prst="rect">
            <a:avLst/>
          </a:prstGeom>
        </p:spPr>
      </p:pic>
    </p:spTree>
    <p:extLst>
      <p:ext uri="{BB962C8B-B14F-4D97-AF65-F5344CB8AC3E}">
        <p14:creationId xmlns:p14="http://schemas.microsoft.com/office/powerpoint/2010/main" val="2845183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5DF9E-C3B1-5213-4E88-81560E75A49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B45C974-4EE1-C81F-450E-A6544F2148E7}"/>
              </a:ext>
            </a:extLst>
          </p:cNvPr>
          <p:cNvPicPr>
            <a:picLocks noChangeAspect="1"/>
          </p:cNvPicPr>
          <p:nvPr/>
        </p:nvPicPr>
        <p:blipFill>
          <a:blip r:embed="rId3"/>
          <a:stretch>
            <a:fillRect/>
          </a:stretch>
        </p:blipFill>
        <p:spPr>
          <a:xfrm>
            <a:off x="484632" y="387193"/>
            <a:ext cx="11201399" cy="6196487"/>
          </a:xfrm>
          <a:prstGeom prst="rect">
            <a:avLst/>
          </a:prstGeom>
        </p:spPr>
      </p:pic>
    </p:spTree>
    <p:extLst>
      <p:ext uri="{BB962C8B-B14F-4D97-AF65-F5344CB8AC3E}">
        <p14:creationId xmlns:p14="http://schemas.microsoft.com/office/powerpoint/2010/main" val="3242208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B6E50-3AFE-17E9-AAEA-1B4DCE00E7B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5E4F4A3-8E41-782B-88CD-E25B0C1358AA}"/>
              </a:ext>
            </a:extLst>
          </p:cNvPr>
          <p:cNvPicPr>
            <a:picLocks noChangeAspect="1"/>
          </p:cNvPicPr>
          <p:nvPr/>
        </p:nvPicPr>
        <p:blipFill>
          <a:blip r:embed="rId3"/>
          <a:stretch>
            <a:fillRect/>
          </a:stretch>
        </p:blipFill>
        <p:spPr>
          <a:xfrm>
            <a:off x="457200" y="256032"/>
            <a:ext cx="11430000" cy="6254496"/>
          </a:xfrm>
          <a:prstGeom prst="rect">
            <a:avLst/>
          </a:prstGeom>
        </p:spPr>
      </p:pic>
    </p:spTree>
    <p:extLst>
      <p:ext uri="{BB962C8B-B14F-4D97-AF65-F5344CB8AC3E}">
        <p14:creationId xmlns:p14="http://schemas.microsoft.com/office/powerpoint/2010/main" val="2536161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A618E-1BE2-4BC3-6814-7EF6D1739D2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3C5D7F6-6E58-DA3F-64C7-1143E081D7C9}"/>
              </a:ext>
            </a:extLst>
          </p:cNvPr>
          <p:cNvPicPr>
            <a:picLocks noChangeAspect="1"/>
          </p:cNvPicPr>
          <p:nvPr/>
        </p:nvPicPr>
        <p:blipFill>
          <a:blip r:embed="rId3"/>
          <a:stretch>
            <a:fillRect/>
          </a:stretch>
        </p:blipFill>
        <p:spPr>
          <a:xfrm>
            <a:off x="384047" y="274320"/>
            <a:ext cx="11594425" cy="6227064"/>
          </a:xfrm>
          <a:prstGeom prst="rect">
            <a:avLst/>
          </a:prstGeom>
        </p:spPr>
      </p:pic>
    </p:spTree>
    <p:extLst>
      <p:ext uri="{BB962C8B-B14F-4D97-AF65-F5344CB8AC3E}">
        <p14:creationId xmlns:p14="http://schemas.microsoft.com/office/powerpoint/2010/main" val="3511631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D64CF-D990-D9A9-DCDB-5604150B3EE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76D04D5-40F6-E2B6-2F35-F7F696FC2F23}"/>
              </a:ext>
            </a:extLst>
          </p:cNvPr>
          <p:cNvPicPr>
            <a:picLocks noChangeAspect="1"/>
          </p:cNvPicPr>
          <p:nvPr/>
        </p:nvPicPr>
        <p:blipFill>
          <a:blip r:embed="rId3"/>
          <a:stretch>
            <a:fillRect/>
          </a:stretch>
        </p:blipFill>
        <p:spPr>
          <a:xfrm>
            <a:off x="192024" y="722376"/>
            <a:ext cx="11262360" cy="6007608"/>
          </a:xfrm>
          <a:prstGeom prst="rect">
            <a:avLst/>
          </a:prstGeom>
        </p:spPr>
      </p:pic>
      <p:sp>
        <p:nvSpPr>
          <p:cNvPr id="5" name="TextBox 4">
            <a:extLst>
              <a:ext uri="{FF2B5EF4-FFF2-40B4-BE49-F238E27FC236}">
                <a16:creationId xmlns:a16="http://schemas.microsoft.com/office/drawing/2014/main" id="{9A585B4A-0E3E-7CAF-0B2E-C1F463A35AFD}"/>
              </a:ext>
            </a:extLst>
          </p:cNvPr>
          <p:cNvSpPr txBox="1"/>
          <p:nvPr/>
        </p:nvSpPr>
        <p:spPr>
          <a:xfrm>
            <a:off x="137160" y="64008"/>
            <a:ext cx="5721096" cy="523220"/>
          </a:xfrm>
          <a:prstGeom prst="rect">
            <a:avLst/>
          </a:prstGeom>
          <a:noFill/>
        </p:spPr>
        <p:txBody>
          <a:bodyPr wrap="square" rtlCol="0">
            <a:spAutoFit/>
          </a:bodyPr>
          <a:lstStyle/>
          <a:p>
            <a:r>
              <a:rPr lang="en-US" sz="2800" b="1" u="sng" dirty="0">
                <a:solidFill>
                  <a:srgbClr val="477D58"/>
                </a:solidFill>
              </a:rPr>
              <a:t>Format string attack</a:t>
            </a:r>
            <a:endParaRPr lang="en-IN" sz="2800" b="1" u="sng" dirty="0">
              <a:solidFill>
                <a:srgbClr val="477D58"/>
              </a:solidFill>
            </a:endParaRPr>
          </a:p>
        </p:txBody>
      </p:sp>
    </p:spTree>
    <p:extLst>
      <p:ext uri="{BB962C8B-B14F-4D97-AF65-F5344CB8AC3E}">
        <p14:creationId xmlns:p14="http://schemas.microsoft.com/office/powerpoint/2010/main" val="3061311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6074C-AF99-4E1F-E4FB-F1967692F5B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6F70C7D-A0C7-F08D-CB92-A07B17D23710}"/>
              </a:ext>
            </a:extLst>
          </p:cNvPr>
          <p:cNvPicPr>
            <a:picLocks noChangeAspect="1"/>
          </p:cNvPicPr>
          <p:nvPr/>
        </p:nvPicPr>
        <p:blipFill>
          <a:blip r:embed="rId3"/>
          <a:stretch>
            <a:fillRect/>
          </a:stretch>
        </p:blipFill>
        <p:spPr>
          <a:xfrm>
            <a:off x="731520" y="265176"/>
            <a:ext cx="10936224" cy="6345936"/>
          </a:xfrm>
          <a:prstGeom prst="rect">
            <a:avLst/>
          </a:prstGeom>
        </p:spPr>
      </p:pic>
    </p:spTree>
    <p:extLst>
      <p:ext uri="{BB962C8B-B14F-4D97-AF65-F5344CB8AC3E}">
        <p14:creationId xmlns:p14="http://schemas.microsoft.com/office/powerpoint/2010/main" val="573432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09E69-AFC9-7DD7-3BC1-309895F02FE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2C992EE-A66E-9F6F-F5C8-A7C5D8A7D70B}"/>
              </a:ext>
            </a:extLst>
          </p:cNvPr>
          <p:cNvPicPr>
            <a:picLocks noChangeAspect="1"/>
          </p:cNvPicPr>
          <p:nvPr/>
        </p:nvPicPr>
        <p:blipFill>
          <a:blip r:embed="rId3"/>
          <a:stretch>
            <a:fillRect/>
          </a:stretch>
        </p:blipFill>
        <p:spPr>
          <a:xfrm>
            <a:off x="941832" y="429768"/>
            <a:ext cx="10561320" cy="5897880"/>
          </a:xfrm>
          <a:prstGeom prst="rect">
            <a:avLst/>
          </a:prstGeom>
        </p:spPr>
      </p:pic>
    </p:spTree>
    <p:extLst>
      <p:ext uri="{BB962C8B-B14F-4D97-AF65-F5344CB8AC3E}">
        <p14:creationId xmlns:p14="http://schemas.microsoft.com/office/powerpoint/2010/main" val="2297572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FBB30-B2B9-E701-8523-2E98B63113C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514EA13-1EB7-978A-48F9-44DFEDAF86A9}"/>
              </a:ext>
            </a:extLst>
          </p:cNvPr>
          <p:cNvPicPr>
            <a:picLocks noChangeAspect="1"/>
          </p:cNvPicPr>
          <p:nvPr/>
        </p:nvPicPr>
        <p:blipFill>
          <a:blip r:embed="rId3"/>
          <a:stretch>
            <a:fillRect/>
          </a:stretch>
        </p:blipFill>
        <p:spPr>
          <a:xfrm>
            <a:off x="694944" y="182964"/>
            <a:ext cx="10735056" cy="6162971"/>
          </a:xfrm>
          <a:prstGeom prst="rect">
            <a:avLst/>
          </a:prstGeom>
        </p:spPr>
      </p:pic>
    </p:spTree>
    <p:extLst>
      <p:ext uri="{BB962C8B-B14F-4D97-AF65-F5344CB8AC3E}">
        <p14:creationId xmlns:p14="http://schemas.microsoft.com/office/powerpoint/2010/main" val="2252375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5C061-5228-D7E8-5AEC-2B0EA01051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DB3613-304C-909A-D01A-DBCD03028898}"/>
              </a:ext>
            </a:extLst>
          </p:cNvPr>
          <p:cNvSpPr txBox="1"/>
          <p:nvPr/>
        </p:nvSpPr>
        <p:spPr>
          <a:xfrm>
            <a:off x="173736" y="192024"/>
            <a:ext cx="11000232" cy="5016758"/>
          </a:xfrm>
          <a:prstGeom prst="rect">
            <a:avLst/>
          </a:prstGeom>
          <a:noFill/>
        </p:spPr>
        <p:txBody>
          <a:bodyPr wrap="square" rtlCol="0">
            <a:spAutoFit/>
          </a:bodyPr>
          <a:lstStyle/>
          <a:p>
            <a:r>
              <a:rPr lang="en-US" sz="2800" b="1" u="sng" dirty="0">
                <a:solidFill>
                  <a:srgbClr val="477D58"/>
                </a:solidFill>
              </a:rPr>
              <a:t>Integer Overflow</a:t>
            </a:r>
          </a:p>
          <a:p>
            <a:endParaRPr lang="en-US" sz="2800" b="1" u="sng" dirty="0">
              <a:solidFill>
                <a:srgbClr val="477D58"/>
              </a:solidFill>
            </a:endParaRPr>
          </a:p>
          <a:p>
            <a:r>
              <a:rPr lang="en-US" sz="2400" b="1" dirty="0">
                <a:solidFill>
                  <a:schemeClr val="tx1">
                    <a:lumMod val="50000"/>
                  </a:schemeClr>
                </a:solidFill>
              </a:rPr>
              <a:t>An integer overflow is a programming error that occurs when an arithmetic operation produces a result larger than the maximum value that an integer data type can hold. Instead of throwing an error, the value often "wraps around" to the minimum value (or a negative value) or causes </a:t>
            </a:r>
            <a:r>
              <a:rPr lang="en-US" sz="2400" b="1" dirty="0">
                <a:solidFill>
                  <a:schemeClr val="tx1">
                    <a:lumMod val="50000"/>
                  </a:schemeClr>
                </a:solidFill>
                <a:hlinkClick r:id="rId3">
                  <a:extLst>
                    <a:ext uri="{A12FA001-AC4F-418D-AE19-62706E023703}">
                      <ahyp:hlinkClr xmlns:ahyp="http://schemas.microsoft.com/office/drawing/2018/hyperlinkcolor" val="tx"/>
                    </a:ext>
                  </a:extLst>
                </a:hlinkClick>
              </a:rPr>
              <a:t>undefined behavior</a:t>
            </a:r>
            <a:r>
              <a:rPr lang="en-US" sz="2400" b="1" dirty="0">
                <a:solidFill>
                  <a:schemeClr val="tx1">
                    <a:lumMod val="50000"/>
                  </a:schemeClr>
                </a:solidFill>
              </a:rPr>
              <a:t>, which can lead to incorrect results, system instability, and security vulnerabilities, such as buffer overflows.  </a:t>
            </a:r>
          </a:p>
          <a:p>
            <a:r>
              <a:rPr lang="en-US" sz="2400" b="1" dirty="0">
                <a:solidFill>
                  <a:schemeClr val="tx1">
                    <a:lumMod val="50000"/>
                  </a:schemeClr>
                </a:solidFill>
              </a:rPr>
              <a:t>An integer overflow is a type of an arithmetic overflow error when the result of an integer operation does not fit within the allocated memory space. Instead of an error in the program, it usually causes the result to be unexpected. Integer overflows have been listed as the number 8 most dangerous software error in the most recent </a:t>
            </a:r>
            <a:r>
              <a:rPr lang="en-US" sz="2400" b="1" dirty="0">
                <a:solidFill>
                  <a:schemeClr val="tx1">
                    <a:lumMod val="50000"/>
                  </a:schemeClr>
                </a:solidFill>
                <a:hlinkClick r:id="rId4">
                  <a:extLst>
                    <a:ext uri="{A12FA001-AC4F-418D-AE19-62706E023703}">
                      <ahyp:hlinkClr xmlns:ahyp="http://schemas.microsoft.com/office/drawing/2018/hyperlinkcolor" val="tx"/>
                    </a:ext>
                  </a:extLst>
                </a:hlinkClick>
              </a:rPr>
              <a:t>CWE 2019</a:t>
            </a:r>
            <a:r>
              <a:rPr lang="en-US" sz="2400" b="1" dirty="0">
                <a:solidFill>
                  <a:schemeClr val="tx1">
                    <a:lumMod val="50000"/>
                  </a:schemeClr>
                </a:solidFill>
              </a:rPr>
              <a:t> list, mostly because they often lead to </a:t>
            </a:r>
            <a:r>
              <a:rPr lang="en-US" sz="2400" b="1" dirty="0">
                <a:solidFill>
                  <a:schemeClr val="tx1">
                    <a:lumMod val="50000"/>
                  </a:schemeClr>
                </a:solidFill>
                <a:hlinkClick r:id="rId5">
                  <a:extLst>
                    <a:ext uri="{A12FA001-AC4F-418D-AE19-62706E023703}">
                      <ahyp:hlinkClr xmlns:ahyp="http://schemas.microsoft.com/office/drawing/2018/hyperlinkcolor" val="tx"/>
                    </a:ext>
                  </a:extLst>
                </a:hlinkClick>
              </a:rPr>
              <a:t>buffer overflows</a:t>
            </a:r>
            <a:r>
              <a:rPr lang="en-US" sz="2400" b="1" dirty="0">
                <a:solidFill>
                  <a:schemeClr val="tx1">
                    <a:lumMod val="50000"/>
                  </a:schemeClr>
                </a:solidFill>
              </a:rPr>
              <a:t>, which are currently the number 1 most dangerous software error according to that list.</a:t>
            </a:r>
            <a:endParaRPr lang="en-IN" sz="2400" b="1" dirty="0">
              <a:solidFill>
                <a:schemeClr val="tx1">
                  <a:lumMod val="50000"/>
                </a:schemeClr>
              </a:solidFill>
            </a:endParaRPr>
          </a:p>
        </p:txBody>
      </p:sp>
    </p:spTree>
    <p:extLst>
      <p:ext uri="{BB962C8B-B14F-4D97-AF65-F5344CB8AC3E}">
        <p14:creationId xmlns:p14="http://schemas.microsoft.com/office/powerpoint/2010/main" val="2491980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A0F4B-BF5C-7AA4-C51A-BE6C825A40A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080BC40-1BAF-B3C0-CFB3-E8A39588E0E0}"/>
              </a:ext>
            </a:extLst>
          </p:cNvPr>
          <p:cNvPicPr>
            <a:picLocks noChangeAspect="1"/>
          </p:cNvPicPr>
          <p:nvPr/>
        </p:nvPicPr>
        <p:blipFill>
          <a:blip r:embed="rId3"/>
          <a:stretch>
            <a:fillRect/>
          </a:stretch>
        </p:blipFill>
        <p:spPr>
          <a:xfrm>
            <a:off x="254984" y="312228"/>
            <a:ext cx="11293887" cy="5576508"/>
          </a:xfrm>
          <a:prstGeom prst="rect">
            <a:avLst/>
          </a:prstGeom>
        </p:spPr>
      </p:pic>
    </p:spTree>
    <p:extLst>
      <p:ext uri="{BB962C8B-B14F-4D97-AF65-F5344CB8AC3E}">
        <p14:creationId xmlns:p14="http://schemas.microsoft.com/office/powerpoint/2010/main" val="1796200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BA4AC-289A-74F4-443C-79C39BE2BA6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CD2D8AD-FFE7-9819-5F4A-29149EF066C4}"/>
              </a:ext>
            </a:extLst>
          </p:cNvPr>
          <p:cNvPicPr>
            <a:picLocks noChangeAspect="1"/>
          </p:cNvPicPr>
          <p:nvPr/>
        </p:nvPicPr>
        <p:blipFill>
          <a:blip r:embed="rId3"/>
          <a:stretch>
            <a:fillRect/>
          </a:stretch>
        </p:blipFill>
        <p:spPr>
          <a:xfrm>
            <a:off x="310896" y="329625"/>
            <a:ext cx="11466576" cy="6017338"/>
          </a:xfrm>
          <a:prstGeom prst="rect">
            <a:avLst/>
          </a:prstGeom>
        </p:spPr>
      </p:pic>
    </p:spTree>
    <p:extLst>
      <p:ext uri="{BB962C8B-B14F-4D97-AF65-F5344CB8AC3E}">
        <p14:creationId xmlns:p14="http://schemas.microsoft.com/office/powerpoint/2010/main" val="483737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78E7C-09F8-E9CA-6877-17C147DEFB9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E6F3590-BDDF-9D14-0786-07B40DD975EE}"/>
              </a:ext>
            </a:extLst>
          </p:cNvPr>
          <p:cNvPicPr>
            <a:picLocks noChangeAspect="1"/>
          </p:cNvPicPr>
          <p:nvPr/>
        </p:nvPicPr>
        <p:blipFill>
          <a:blip r:embed="rId3"/>
          <a:stretch>
            <a:fillRect/>
          </a:stretch>
        </p:blipFill>
        <p:spPr>
          <a:xfrm>
            <a:off x="406236" y="362220"/>
            <a:ext cx="11234075" cy="6120875"/>
          </a:xfrm>
          <a:prstGeom prst="rect">
            <a:avLst/>
          </a:prstGeom>
        </p:spPr>
      </p:pic>
    </p:spTree>
    <p:extLst>
      <p:ext uri="{BB962C8B-B14F-4D97-AF65-F5344CB8AC3E}">
        <p14:creationId xmlns:p14="http://schemas.microsoft.com/office/powerpoint/2010/main" val="1524343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4DCFE-DFB9-457D-2FF6-20D0F47805F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85D411C-5CB7-24F4-58C7-BC433BCCC124}"/>
              </a:ext>
            </a:extLst>
          </p:cNvPr>
          <p:cNvPicPr>
            <a:picLocks noChangeAspect="1"/>
          </p:cNvPicPr>
          <p:nvPr/>
        </p:nvPicPr>
        <p:blipFill>
          <a:blip r:embed="rId3"/>
          <a:stretch>
            <a:fillRect/>
          </a:stretch>
        </p:blipFill>
        <p:spPr>
          <a:xfrm>
            <a:off x="347472" y="786384"/>
            <a:ext cx="11219687" cy="5934456"/>
          </a:xfrm>
          <a:prstGeom prst="rect">
            <a:avLst/>
          </a:prstGeom>
        </p:spPr>
      </p:pic>
      <p:sp>
        <p:nvSpPr>
          <p:cNvPr id="3" name="TextBox 2">
            <a:extLst>
              <a:ext uri="{FF2B5EF4-FFF2-40B4-BE49-F238E27FC236}">
                <a16:creationId xmlns:a16="http://schemas.microsoft.com/office/drawing/2014/main" id="{B99610E4-8799-1FC6-A1F9-1654A7BCFEAB}"/>
              </a:ext>
            </a:extLst>
          </p:cNvPr>
          <p:cNvSpPr txBox="1"/>
          <p:nvPr/>
        </p:nvSpPr>
        <p:spPr>
          <a:xfrm>
            <a:off x="347472" y="137160"/>
            <a:ext cx="6094476" cy="523220"/>
          </a:xfrm>
          <a:prstGeom prst="rect">
            <a:avLst/>
          </a:prstGeom>
          <a:noFill/>
        </p:spPr>
        <p:txBody>
          <a:bodyPr wrap="square">
            <a:spAutoFit/>
          </a:bodyPr>
          <a:lstStyle/>
          <a:p>
            <a:r>
              <a:rPr lang="en-US" sz="2800" b="1" u="sng" dirty="0">
                <a:solidFill>
                  <a:srgbClr val="477D58"/>
                </a:solidFill>
              </a:rPr>
              <a:t>Stack-based Overflow</a:t>
            </a:r>
          </a:p>
        </p:txBody>
      </p:sp>
    </p:spTree>
    <p:extLst>
      <p:ext uri="{BB962C8B-B14F-4D97-AF65-F5344CB8AC3E}">
        <p14:creationId xmlns:p14="http://schemas.microsoft.com/office/powerpoint/2010/main" val="616377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723CB-37DC-D022-459D-9B3B614F80A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075E635-CEDA-174E-1E87-4A998A4D0907}"/>
              </a:ext>
            </a:extLst>
          </p:cNvPr>
          <p:cNvPicPr>
            <a:picLocks noChangeAspect="1"/>
          </p:cNvPicPr>
          <p:nvPr/>
        </p:nvPicPr>
        <p:blipFill>
          <a:blip r:embed="rId3"/>
          <a:stretch>
            <a:fillRect/>
          </a:stretch>
        </p:blipFill>
        <p:spPr>
          <a:xfrm>
            <a:off x="329184" y="242524"/>
            <a:ext cx="11512295" cy="6277148"/>
          </a:xfrm>
          <a:prstGeom prst="rect">
            <a:avLst/>
          </a:prstGeom>
        </p:spPr>
      </p:pic>
    </p:spTree>
    <p:extLst>
      <p:ext uri="{BB962C8B-B14F-4D97-AF65-F5344CB8AC3E}">
        <p14:creationId xmlns:p14="http://schemas.microsoft.com/office/powerpoint/2010/main" val="1390192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B61DB-8F12-5E9F-1A8A-1F19FD0385A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4894F43-1F7B-7461-802D-B2FBAA318C91}"/>
              </a:ext>
            </a:extLst>
          </p:cNvPr>
          <p:cNvPicPr>
            <a:picLocks noChangeAspect="1"/>
          </p:cNvPicPr>
          <p:nvPr/>
        </p:nvPicPr>
        <p:blipFill>
          <a:blip r:embed="rId3"/>
          <a:stretch>
            <a:fillRect/>
          </a:stretch>
        </p:blipFill>
        <p:spPr>
          <a:xfrm>
            <a:off x="420624" y="81008"/>
            <a:ext cx="11201400" cy="6475239"/>
          </a:xfrm>
          <a:prstGeom prst="rect">
            <a:avLst/>
          </a:prstGeom>
        </p:spPr>
      </p:pic>
    </p:spTree>
    <p:extLst>
      <p:ext uri="{BB962C8B-B14F-4D97-AF65-F5344CB8AC3E}">
        <p14:creationId xmlns:p14="http://schemas.microsoft.com/office/powerpoint/2010/main" val="2515764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177B3-F502-A3E0-DCC2-E6C5942A37A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2100032-6E94-84A6-549A-B0882D618426}"/>
              </a:ext>
            </a:extLst>
          </p:cNvPr>
          <p:cNvPicPr>
            <a:picLocks noChangeAspect="1"/>
          </p:cNvPicPr>
          <p:nvPr/>
        </p:nvPicPr>
        <p:blipFill>
          <a:blip r:embed="rId3"/>
          <a:stretch>
            <a:fillRect/>
          </a:stretch>
        </p:blipFill>
        <p:spPr>
          <a:xfrm>
            <a:off x="329184" y="230184"/>
            <a:ext cx="11457432" cy="6252911"/>
          </a:xfrm>
          <a:prstGeom prst="rect">
            <a:avLst/>
          </a:prstGeom>
        </p:spPr>
      </p:pic>
    </p:spTree>
    <p:extLst>
      <p:ext uri="{BB962C8B-B14F-4D97-AF65-F5344CB8AC3E}">
        <p14:creationId xmlns:p14="http://schemas.microsoft.com/office/powerpoint/2010/main" val="890440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F379D-71E7-7B09-5F09-ED8547B3E08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D30EBB7-6E2F-B87B-9EEF-F1F7103015E9}"/>
              </a:ext>
            </a:extLst>
          </p:cNvPr>
          <p:cNvPicPr>
            <a:picLocks noChangeAspect="1"/>
          </p:cNvPicPr>
          <p:nvPr/>
        </p:nvPicPr>
        <p:blipFill>
          <a:blip r:embed="rId3"/>
          <a:stretch>
            <a:fillRect/>
          </a:stretch>
        </p:blipFill>
        <p:spPr>
          <a:xfrm>
            <a:off x="466344" y="125603"/>
            <a:ext cx="11347704" cy="6412357"/>
          </a:xfrm>
          <a:prstGeom prst="rect">
            <a:avLst/>
          </a:prstGeom>
        </p:spPr>
      </p:pic>
    </p:spTree>
    <p:extLst>
      <p:ext uri="{BB962C8B-B14F-4D97-AF65-F5344CB8AC3E}">
        <p14:creationId xmlns:p14="http://schemas.microsoft.com/office/powerpoint/2010/main" val="3687272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ACA29-6D54-116D-E4F2-E28F28E1B24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3BF5E12-9DBB-1AA9-D782-6DD78E124CCD}"/>
              </a:ext>
            </a:extLst>
          </p:cNvPr>
          <p:cNvSpPr txBox="1"/>
          <p:nvPr/>
        </p:nvSpPr>
        <p:spPr>
          <a:xfrm>
            <a:off x="192024" y="86787"/>
            <a:ext cx="11301984" cy="6771213"/>
          </a:xfrm>
          <a:prstGeom prst="rect">
            <a:avLst/>
          </a:prstGeom>
          <a:noFill/>
        </p:spPr>
        <p:txBody>
          <a:bodyPr wrap="square" rtlCol="0">
            <a:spAutoFit/>
          </a:bodyPr>
          <a:lstStyle/>
          <a:p>
            <a:r>
              <a:rPr lang="en-US" sz="2800" b="1" u="sng" dirty="0">
                <a:solidFill>
                  <a:srgbClr val="477D58"/>
                </a:solidFill>
              </a:rPr>
              <a:t>Heap-based overflow</a:t>
            </a:r>
          </a:p>
          <a:p>
            <a:endParaRPr lang="en-US" sz="2800" b="1" u="sng" dirty="0">
              <a:solidFill>
                <a:srgbClr val="477D58"/>
              </a:solidFill>
            </a:endParaRPr>
          </a:p>
          <a:p>
            <a:pPr lvl="0" defTabSz="914400" eaLnBrk="0" fontAlgn="base" hangingPunct="0">
              <a:spcBef>
                <a:spcPct val="0"/>
              </a:spcBef>
              <a:spcAft>
                <a:spcPct val="0"/>
              </a:spcAft>
            </a:pPr>
            <a:r>
              <a:rPr lang="en-US" altLang="en-US" sz="2400" b="1" dirty="0">
                <a:solidFill>
                  <a:srgbClr val="001D35"/>
                </a:solidFill>
              </a:rPr>
              <a:t>A heap overflow is a memory corruption vulnerability that occurs when a program writes more data to a dynamically allocated memory block than it was designed to hold. The "heap" is an area of memory used for dynamic memory allocation, where objects and data are created and destroyed at arbitrary times during a program's execution. </a:t>
            </a:r>
            <a:endParaRPr lang="en-US" altLang="en-US" sz="2400" b="1" dirty="0"/>
          </a:p>
          <a:p>
            <a:pPr lvl="0" defTabSz="914400" eaLnBrk="0" fontAlgn="base" hangingPunct="0">
              <a:spcBef>
                <a:spcPct val="0"/>
              </a:spcBef>
              <a:spcAft>
                <a:spcPct val="0"/>
              </a:spcAft>
            </a:pPr>
            <a:r>
              <a:rPr lang="en-US" altLang="en-US" sz="2400" b="1" dirty="0">
                <a:solidFill>
                  <a:srgbClr val="001D35"/>
                </a:solidFill>
              </a:rPr>
              <a:t>Unlike a stack overflow, which involves local variables and function call data, a heap overflow involves data structures that are created with functions like malloc() or new. If a program does not perform proper boundary checks on data being copied into a heap buffer, it can overwrite data in adjacent memory blocks. </a:t>
            </a:r>
            <a:endParaRPr lang="en-US" altLang="en-US" sz="2400" b="1" dirty="0"/>
          </a:p>
          <a:p>
            <a:endParaRPr lang="en-US" sz="2400" b="1" dirty="0"/>
          </a:p>
          <a:p>
            <a:r>
              <a:rPr lang="en-US" sz="2400" b="1" dirty="0"/>
              <a:t>In a </a:t>
            </a:r>
            <a:r>
              <a:rPr lang="en-US" sz="2400" b="1" i="1" dirty="0"/>
              <a:t>heap-based </a:t>
            </a:r>
            <a:r>
              <a:rPr lang="en-US" sz="2400" b="1" dirty="0"/>
              <a:t>buffer overflow, an attacker can overwrite buffers that are stored on the heap. Whenever malloc() or its relatives are called in C to allocate memory, a fixed-size buffer allocated on the heap is returned. While such buffers can be reallocated to be larger in size, a</a:t>
            </a:r>
          </a:p>
          <a:p>
            <a:r>
              <a:rPr lang="en-US" sz="2400" b="1" dirty="0"/>
              <a:t>call to a function such as </a:t>
            </a:r>
            <a:r>
              <a:rPr lang="en-US" sz="2400" b="1" dirty="0" err="1"/>
              <a:t>realloc</a:t>
            </a:r>
            <a:r>
              <a:rPr lang="en-US" sz="2400" b="1" dirty="0"/>
              <a:t>() must take place. Between the time that malloc() and</a:t>
            </a:r>
          </a:p>
          <a:p>
            <a:r>
              <a:rPr lang="en-US" sz="2400" b="1" dirty="0" err="1"/>
              <a:t>realloc</a:t>
            </a:r>
            <a:r>
              <a:rPr lang="en-US" sz="2400" b="1" dirty="0"/>
              <a:t>() are called, the buffer is of a fixed size. During that time, an attacker can attempt to</a:t>
            </a:r>
          </a:p>
          <a:p>
            <a:r>
              <a:rPr lang="en-US" sz="2400" b="1" dirty="0"/>
              <a:t>feed user input into that buffer and overwrite data on the heap that is adjacent to the buffer.</a:t>
            </a:r>
          </a:p>
          <a:p>
            <a:endParaRPr lang="en-IN" dirty="0"/>
          </a:p>
        </p:txBody>
      </p:sp>
      <p:sp>
        <p:nvSpPr>
          <p:cNvPr id="6" name="Rectangle 1">
            <a:extLst>
              <a:ext uri="{FF2B5EF4-FFF2-40B4-BE49-F238E27FC236}">
                <a16:creationId xmlns:a16="http://schemas.microsoft.com/office/drawing/2014/main" id="{A151E6ED-616E-CAC0-9BE3-B2BA785D9F2C}"/>
              </a:ext>
            </a:extLst>
          </p:cNvPr>
          <p:cNvSpPr>
            <a:spLocks noChangeArrowheads="1"/>
          </p:cNvSpPr>
          <p:nvPr/>
        </p:nvSpPr>
        <p:spPr bwMode="auto">
          <a:xfrm>
            <a:off x="0" y="-196189"/>
            <a:ext cx="65" cy="392379"/>
          </a:xfrm>
          <a:prstGeom prst="rect">
            <a:avLst/>
          </a:prstGeom>
          <a:solidFill>
            <a:srgbClr val="F3F5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14264"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04912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A76DD-7F83-7E56-7A44-C6891B50447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77310B8-4485-A685-43BD-9615DBC89DA3}"/>
              </a:ext>
            </a:extLst>
          </p:cNvPr>
          <p:cNvPicPr>
            <a:picLocks noChangeAspect="1"/>
          </p:cNvPicPr>
          <p:nvPr/>
        </p:nvPicPr>
        <p:blipFill>
          <a:blip r:embed="rId3"/>
          <a:stretch>
            <a:fillRect/>
          </a:stretch>
        </p:blipFill>
        <p:spPr>
          <a:xfrm>
            <a:off x="365760" y="440308"/>
            <a:ext cx="11356848" cy="5933059"/>
          </a:xfrm>
          <a:prstGeom prst="rect">
            <a:avLst/>
          </a:prstGeom>
        </p:spPr>
      </p:pic>
    </p:spTree>
    <p:extLst>
      <p:ext uri="{BB962C8B-B14F-4D97-AF65-F5344CB8AC3E}">
        <p14:creationId xmlns:p14="http://schemas.microsoft.com/office/powerpoint/2010/main" val="13368445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EC3ED-5C0A-314D-4F73-F803FBF59B5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6B868D6-F332-2CF3-9032-4A9283AFE327}"/>
              </a:ext>
            </a:extLst>
          </p:cNvPr>
          <p:cNvPicPr>
            <a:picLocks noChangeAspect="1"/>
          </p:cNvPicPr>
          <p:nvPr/>
        </p:nvPicPr>
        <p:blipFill>
          <a:blip r:embed="rId3"/>
          <a:stretch>
            <a:fillRect/>
          </a:stretch>
        </p:blipFill>
        <p:spPr>
          <a:xfrm>
            <a:off x="301752" y="245297"/>
            <a:ext cx="11365992" cy="6367405"/>
          </a:xfrm>
          <a:prstGeom prst="rect">
            <a:avLst/>
          </a:prstGeom>
        </p:spPr>
      </p:pic>
    </p:spTree>
    <p:extLst>
      <p:ext uri="{BB962C8B-B14F-4D97-AF65-F5344CB8AC3E}">
        <p14:creationId xmlns:p14="http://schemas.microsoft.com/office/powerpoint/2010/main" val="30221041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67539-262B-544B-09E2-AA3617C6886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8C258D8-3E4E-A040-5BE3-A4AC3A747886}"/>
              </a:ext>
            </a:extLst>
          </p:cNvPr>
          <p:cNvPicPr>
            <a:picLocks noChangeAspect="1"/>
          </p:cNvPicPr>
          <p:nvPr/>
        </p:nvPicPr>
        <p:blipFill>
          <a:blip r:embed="rId3"/>
          <a:stretch>
            <a:fillRect/>
          </a:stretch>
        </p:blipFill>
        <p:spPr>
          <a:xfrm>
            <a:off x="274320" y="344008"/>
            <a:ext cx="11558016" cy="6212240"/>
          </a:xfrm>
          <a:prstGeom prst="rect">
            <a:avLst/>
          </a:prstGeom>
        </p:spPr>
      </p:pic>
    </p:spTree>
    <p:extLst>
      <p:ext uri="{BB962C8B-B14F-4D97-AF65-F5344CB8AC3E}">
        <p14:creationId xmlns:p14="http://schemas.microsoft.com/office/powerpoint/2010/main" val="2511350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54B29-3E35-141D-3DEB-765F2522EEE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8BA0878-C61A-468B-48E6-E2EDF4F42D57}"/>
              </a:ext>
            </a:extLst>
          </p:cNvPr>
          <p:cNvPicPr>
            <a:picLocks noChangeAspect="1"/>
          </p:cNvPicPr>
          <p:nvPr/>
        </p:nvPicPr>
        <p:blipFill>
          <a:blip r:embed="rId3"/>
          <a:stretch>
            <a:fillRect/>
          </a:stretch>
        </p:blipFill>
        <p:spPr>
          <a:xfrm>
            <a:off x="256032" y="466344"/>
            <a:ext cx="11320272" cy="6318504"/>
          </a:xfrm>
          <a:prstGeom prst="rect">
            <a:avLst/>
          </a:prstGeom>
        </p:spPr>
      </p:pic>
      <p:sp>
        <p:nvSpPr>
          <p:cNvPr id="4" name="TextBox 3">
            <a:extLst>
              <a:ext uri="{FF2B5EF4-FFF2-40B4-BE49-F238E27FC236}">
                <a16:creationId xmlns:a16="http://schemas.microsoft.com/office/drawing/2014/main" id="{45B8A60D-336C-3E93-0456-C9E308770C81}"/>
              </a:ext>
            </a:extLst>
          </p:cNvPr>
          <p:cNvSpPr txBox="1"/>
          <p:nvPr/>
        </p:nvSpPr>
        <p:spPr>
          <a:xfrm>
            <a:off x="256032" y="0"/>
            <a:ext cx="6094476" cy="461665"/>
          </a:xfrm>
          <a:prstGeom prst="rect">
            <a:avLst/>
          </a:prstGeom>
          <a:noFill/>
        </p:spPr>
        <p:txBody>
          <a:bodyPr wrap="square">
            <a:spAutoFit/>
          </a:bodyPr>
          <a:lstStyle/>
          <a:p>
            <a:r>
              <a:rPr lang="en-US" sz="2400" b="1" u="sng" dirty="0">
                <a:solidFill>
                  <a:srgbClr val="477D58"/>
                </a:solidFill>
              </a:rPr>
              <a:t>Ret2libc attack</a:t>
            </a:r>
          </a:p>
        </p:txBody>
      </p:sp>
    </p:spTree>
    <p:extLst>
      <p:ext uri="{BB962C8B-B14F-4D97-AF65-F5344CB8AC3E}">
        <p14:creationId xmlns:p14="http://schemas.microsoft.com/office/powerpoint/2010/main" val="35251636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FA602-8147-6158-4969-ABC10E16801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482F001-1E1B-B5AD-65B7-805BCAAA429B}"/>
              </a:ext>
            </a:extLst>
          </p:cNvPr>
          <p:cNvPicPr>
            <a:picLocks noChangeAspect="1"/>
          </p:cNvPicPr>
          <p:nvPr/>
        </p:nvPicPr>
        <p:blipFill>
          <a:blip r:embed="rId3"/>
          <a:stretch>
            <a:fillRect/>
          </a:stretch>
        </p:blipFill>
        <p:spPr>
          <a:xfrm>
            <a:off x="420624" y="274320"/>
            <a:ext cx="11329416" cy="6272784"/>
          </a:xfrm>
          <a:prstGeom prst="rect">
            <a:avLst/>
          </a:prstGeom>
        </p:spPr>
      </p:pic>
    </p:spTree>
    <p:extLst>
      <p:ext uri="{BB962C8B-B14F-4D97-AF65-F5344CB8AC3E}">
        <p14:creationId xmlns:p14="http://schemas.microsoft.com/office/powerpoint/2010/main" val="42288979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A4CBC-9BC0-42D6-2835-4720140D6D1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39828B7-BD2B-7067-0427-4AAA14ED6B20}"/>
              </a:ext>
            </a:extLst>
          </p:cNvPr>
          <p:cNvPicPr>
            <a:picLocks noChangeAspect="1"/>
          </p:cNvPicPr>
          <p:nvPr/>
        </p:nvPicPr>
        <p:blipFill>
          <a:blip r:embed="rId3"/>
          <a:stretch>
            <a:fillRect/>
          </a:stretch>
        </p:blipFill>
        <p:spPr>
          <a:xfrm>
            <a:off x="211296" y="256032"/>
            <a:ext cx="11566175" cy="5980175"/>
          </a:xfrm>
          <a:prstGeom prst="rect">
            <a:avLst/>
          </a:prstGeom>
        </p:spPr>
      </p:pic>
    </p:spTree>
    <p:extLst>
      <p:ext uri="{BB962C8B-B14F-4D97-AF65-F5344CB8AC3E}">
        <p14:creationId xmlns:p14="http://schemas.microsoft.com/office/powerpoint/2010/main" val="254232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D40CC-A6D6-73F7-DFED-48A43E7476A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ACA4C9E-7D8B-5FDF-0FE0-BD5F1E65A926}"/>
              </a:ext>
            </a:extLst>
          </p:cNvPr>
          <p:cNvPicPr>
            <a:picLocks noChangeAspect="1"/>
          </p:cNvPicPr>
          <p:nvPr/>
        </p:nvPicPr>
        <p:blipFill>
          <a:blip r:embed="rId3"/>
          <a:stretch>
            <a:fillRect/>
          </a:stretch>
        </p:blipFill>
        <p:spPr>
          <a:xfrm>
            <a:off x="384048" y="177882"/>
            <a:ext cx="11274552" cy="6369221"/>
          </a:xfrm>
          <a:prstGeom prst="rect">
            <a:avLst/>
          </a:prstGeom>
        </p:spPr>
      </p:pic>
    </p:spTree>
    <p:extLst>
      <p:ext uri="{BB962C8B-B14F-4D97-AF65-F5344CB8AC3E}">
        <p14:creationId xmlns:p14="http://schemas.microsoft.com/office/powerpoint/2010/main" val="20194454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7BBC27-888C-CD02-F759-B7E803F3C145}"/>
              </a:ext>
            </a:extLst>
          </p:cNvPr>
          <p:cNvSpPr txBox="1"/>
          <p:nvPr/>
        </p:nvSpPr>
        <p:spPr>
          <a:xfrm>
            <a:off x="173736" y="334971"/>
            <a:ext cx="11622024" cy="5139869"/>
          </a:xfrm>
          <a:prstGeom prst="rect">
            <a:avLst/>
          </a:prstGeom>
          <a:noFill/>
        </p:spPr>
        <p:txBody>
          <a:bodyPr wrap="square">
            <a:spAutoFit/>
          </a:bodyPr>
          <a:lstStyle/>
          <a:p>
            <a:pPr algn="l"/>
            <a:r>
              <a:rPr lang="en-US" sz="2800" b="1" i="0" u="sng" strike="noStrike" baseline="0" dirty="0" err="1">
                <a:solidFill>
                  <a:srgbClr val="0070C0"/>
                </a:solidFill>
              </a:rPr>
              <a:t>StackGuard</a:t>
            </a:r>
            <a:endParaRPr lang="en-US" sz="2800" b="1" i="0" u="sng" strike="noStrike" baseline="0" dirty="0">
              <a:solidFill>
                <a:srgbClr val="0070C0"/>
              </a:solidFill>
            </a:endParaRPr>
          </a:p>
          <a:p>
            <a:pPr algn="l"/>
            <a:endParaRPr lang="en-US" sz="1200" b="1" i="0" u="sng" strike="noStrike" baseline="0" dirty="0">
              <a:solidFill>
                <a:srgbClr val="0070C0"/>
              </a:solidFill>
            </a:endParaRPr>
          </a:p>
          <a:p>
            <a:pPr algn="l"/>
            <a:r>
              <a:rPr lang="en-US" sz="2400" b="1" i="0" u="none" strike="noStrike" baseline="0" dirty="0" err="1">
                <a:solidFill>
                  <a:schemeClr val="accent6">
                    <a:lumMod val="25000"/>
                  </a:schemeClr>
                </a:solidFill>
              </a:rPr>
              <a:t>StackGuard</a:t>
            </a:r>
            <a:r>
              <a:rPr lang="en-US" sz="2400" b="1" i="0" u="none" strike="noStrike" baseline="0" dirty="0">
                <a:solidFill>
                  <a:schemeClr val="accent6">
                    <a:lumMod val="25000"/>
                  </a:schemeClr>
                </a:solidFill>
              </a:rPr>
              <a:t> is a compiler technique developed by Crispin Cowan. </a:t>
            </a:r>
            <a:r>
              <a:rPr lang="en-US" sz="2400" b="1" i="0" u="none" strike="noStrike" baseline="0" dirty="0" err="1">
                <a:solidFill>
                  <a:schemeClr val="accent6">
                    <a:lumMod val="25000"/>
                  </a:schemeClr>
                </a:solidFill>
              </a:rPr>
              <a:t>StackGuard</a:t>
            </a:r>
            <a:r>
              <a:rPr lang="en-US" sz="2400" b="1" i="0" u="none" strike="noStrike" baseline="0" dirty="0">
                <a:solidFill>
                  <a:schemeClr val="accent6">
                    <a:lumMod val="25000"/>
                  </a:schemeClr>
                </a:solidFill>
              </a:rPr>
              <a:t> inserts a “canary” just before the return address on the stack, and some additional code that checks that the canary is not corrupted just before a function returns. Microsoft has also incorporated a similar canary-like feature in its C++ compiler, which can be enabled by compiling </a:t>
            </a:r>
            <a:r>
              <a:rPr lang="en-US" sz="2400" b="1" i="0" u="none" strike="noStrike" baseline="0">
                <a:solidFill>
                  <a:schemeClr val="accent6">
                    <a:lumMod val="25000"/>
                  </a:schemeClr>
                </a:solidFill>
              </a:rPr>
              <a:t>with a /</a:t>
            </a:r>
            <a:r>
              <a:rPr lang="en-US" sz="2400" b="1" i="0" u="none" strike="noStrike" baseline="0" dirty="0">
                <a:solidFill>
                  <a:schemeClr val="accent6">
                    <a:lumMod val="25000"/>
                  </a:schemeClr>
                </a:solidFill>
              </a:rPr>
              <a:t>GS flag on the compiler’s command line.</a:t>
            </a:r>
          </a:p>
          <a:p>
            <a:r>
              <a:rPr lang="en-US" sz="2400" b="1" dirty="0">
                <a:solidFill>
                  <a:schemeClr val="accent6">
                    <a:lumMod val="25000"/>
                  </a:schemeClr>
                </a:solidFill>
              </a:rPr>
              <a:t>The </a:t>
            </a:r>
            <a:r>
              <a:rPr lang="en-US" sz="2400" b="1" dirty="0" err="1">
                <a:solidFill>
                  <a:schemeClr val="accent6">
                    <a:lumMod val="25000"/>
                  </a:schemeClr>
                </a:solidFill>
              </a:rPr>
              <a:t>StackGuard</a:t>
            </a:r>
            <a:r>
              <a:rPr lang="en-US" sz="2400" b="1" dirty="0">
                <a:solidFill>
                  <a:schemeClr val="accent6">
                    <a:lumMod val="25000"/>
                  </a:schemeClr>
                </a:solidFill>
              </a:rPr>
              <a:t> canary approach only works, of course, if the attacker cannot predict</a:t>
            </a:r>
          </a:p>
          <a:p>
            <a:r>
              <a:rPr lang="en-US" sz="2400" b="1" dirty="0">
                <a:solidFill>
                  <a:schemeClr val="accent6">
                    <a:lumMod val="25000"/>
                  </a:schemeClr>
                </a:solidFill>
              </a:rPr>
              <a:t>what the canary will be. If the canary were a fixed value, the attacker could simply rewrite the</a:t>
            </a:r>
          </a:p>
          <a:p>
            <a:r>
              <a:rPr lang="en-US" sz="2400" b="1" dirty="0">
                <a:solidFill>
                  <a:schemeClr val="accent6">
                    <a:lumMod val="25000"/>
                  </a:schemeClr>
                </a:solidFill>
              </a:rPr>
              <a:t>fixed value, and follow it by the return address of his choice. Instead, the canary value is chosen</a:t>
            </a:r>
          </a:p>
          <a:p>
            <a:r>
              <a:rPr lang="en-US" sz="2400" b="1" dirty="0">
                <a:solidFill>
                  <a:schemeClr val="accent6">
                    <a:lumMod val="25000"/>
                  </a:schemeClr>
                </a:solidFill>
              </a:rPr>
              <a:t>to be a random value, unpredictable to an attacker.</a:t>
            </a:r>
          </a:p>
          <a:p>
            <a:r>
              <a:rPr lang="en-US" sz="2400" b="1" dirty="0">
                <a:solidFill>
                  <a:schemeClr val="accent6">
                    <a:lumMod val="25000"/>
                  </a:schemeClr>
                </a:solidFill>
              </a:rPr>
              <a:t>If the canary has been modified, then it means that an attacker might be trying to overflow</a:t>
            </a:r>
          </a:p>
          <a:p>
            <a:r>
              <a:rPr lang="en-US" sz="2400" b="1" dirty="0">
                <a:solidFill>
                  <a:schemeClr val="accent6">
                    <a:lumMod val="25000"/>
                  </a:schemeClr>
                </a:solidFill>
              </a:rPr>
              <a:t>a buffer. In response to a corrupt canary, the code could halt the program to prevent an</a:t>
            </a:r>
          </a:p>
          <a:p>
            <a:r>
              <a:rPr lang="en-US" sz="2400" b="1" dirty="0">
                <a:solidFill>
                  <a:schemeClr val="accent6">
                    <a:lumMod val="25000"/>
                  </a:schemeClr>
                </a:solidFill>
              </a:rPr>
              <a:t>attacker from gaining control of the program. </a:t>
            </a:r>
          </a:p>
        </p:txBody>
      </p:sp>
    </p:spTree>
    <p:extLst>
      <p:ext uri="{BB962C8B-B14F-4D97-AF65-F5344CB8AC3E}">
        <p14:creationId xmlns:p14="http://schemas.microsoft.com/office/powerpoint/2010/main" val="2234727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D615F-401B-5017-AA31-46BD75B242C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C2EABD2-B2C7-2FE7-0F18-C642571DDCA4}"/>
              </a:ext>
            </a:extLst>
          </p:cNvPr>
          <p:cNvPicPr>
            <a:picLocks noChangeAspect="1"/>
          </p:cNvPicPr>
          <p:nvPr/>
        </p:nvPicPr>
        <p:blipFill>
          <a:blip r:embed="rId2"/>
          <a:stretch>
            <a:fillRect/>
          </a:stretch>
        </p:blipFill>
        <p:spPr>
          <a:xfrm>
            <a:off x="566928" y="543067"/>
            <a:ext cx="11292840" cy="5839445"/>
          </a:xfrm>
          <a:prstGeom prst="rect">
            <a:avLst/>
          </a:prstGeom>
        </p:spPr>
      </p:pic>
    </p:spTree>
    <p:extLst>
      <p:ext uri="{BB962C8B-B14F-4D97-AF65-F5344CB8AC3E}">
        <p14:creationId xmlns:p14="http://schemas.microsoft.com/office/powerpoint/2010/main" val="30728635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C2540-9881-D502-812B-26176E36994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0C4B5AF-0E6B-3236-3D7A-89E8480D73EE}"/>
              </a:ext>
            </a:extLst>
          </p:cNvPr>
          <p:cNvSpPr txBox="1"/>
          <p:nvPr/>
        </p:nvSpPr>
        <p:spPr>
          <a:xfrm>
            <a:off x="173736" y="334971"/>
            <a:ext cx="11622024" cy="5878532"/>
          </a:xfrm>
          <a:prstGeom prst="rect">
            <a:avLst/>
          </a:prstGeom>
          <a:noFill/>
        </p:spPr>
        <p:txBody>
          <a:bodyPr wrap="square">
            <a:spAutoFit/>
          </a:bodyPr>
          <a:lstStyle/>
          <a:p>
            <a:pPr algn="l"/>
            <a:r>
              <a:rPr lang="en-US" sz="2800" b="1" i="0" u="sng" strike="noStrike" baseline="0" dirty="0">
                <a:solidFill>
                  <a:srgbClr val="0070C0"/>
                </a:solidFill>
              </a:rPr>
              <a:t>Static analysis tools</a:t>
            </a:r>
          </a:p>
          <a:p>
            <a:pPr algn="l"/>
            <a:endParaRPr lang="en-US" sz="1200" b="1" i="0" u="sng" strike="noStrike" baseline="0" dirty="0">
              <a:solidFill>
                <a:srgbClr val="0070C0"/>
              </a:solidFill>
            </a:endParaRPr>
          </a:p>
          <a:p>
            <a:r>
              <a:rPr lang="en-US" sz="2400" b="1" i="1" dirty="0">
                <a:solidFill>
                  <a:schemeClr val="accent6">
                    <a:lumMod val="25000"/>
                  </a:schemeClr>
                </a:solidFill>
              </a:rPr>
              <a:t>Static analysis </a:t>
            </a:r>
            <a:r>
              <a:rPr lang="en-US" sz="2400" b="1" dirty="0">
                <a:solidFill>
                  <a:schemeClr val="accent6">
                    <a:lumMod val="25000"/>
                  </a:schemeClr>
                </a:solidFill>
              </a:rPr>
              <a:t>is a type of analysis that can be done to programs without running them.</a:t>
            </a:r>
          </a:p>
          <a:p>
            <a:r>
              <a:rPr lang="en-US" sz="2400" b="1" dirty="0">
                <a:solidFill>
                  <a:schemeClr val="accent6">
                    <a:lumMod val="25000"/>
                  </a:schemeClr>
                </a:solidFill>
              </a:rPr>
              <a:t>With respect to security, there are various types of checks that are interesting for a static analysis tool to conduct. For instance, when a function receives input from a caller, that input can be considered “tainted” until it is checked (to make sure that it is not null, or that it has been</a:t>
            </a:r>
          </a:p>
          <a:p>
            <a:r>
              <a:rPr lang="en-US" sz="2400" b="1" dirty="0">
                <a:solidFill>
                  <a:schemeClr val="accent6">
                    <a:lumMod val="25000"/>
                  </a:schemeClr>
                </a:solidFill>
              </a:rPr>
              <a:t>sanitized by a “check” function prior to further use). Very often, compilers have all the mechanisms required to do such checks, but </a:t>
            </a:r>
            <a:r>
              <a:rPr lang="en-US" sz="2400" b="1">
                <a:solidFill>
                  <a:schemeClr val="accent6">
                    <a:lumMod val="25000"/>
                  </a:schemeClr>
                </a:solidFill>
              </a:rPr>
              <a:t>do not have </a:t>
            </a:r>
            <a:r>
              <a:rPr lang="en-US" sz="2400" b="1" dirty="0">
                <a:solidFill>
                  <a:schemeClr val="accent6">
                    <a:lumMod val="25000"/>
                  </a:schemeClr>
                </a:solidFill>
              </a:rPr>
              <a:t>the specific knowledge of what types of static analysis checks make sense for an application.</a:t>
            </a:r>
          </a:p>
          <a:p>
            <a:r>
              <a:rPr lang="en-US" sz="2400" b="1" dirty="0">
                <a:solidFill>
                  <a:schemeClr val="accent6">
                    <a:lumMod val="25000"/>
                  </a:schemeClr>
                </a:solidFill>
              </a:rPr>
              <a:t>Dawson Engler’s research group at Stanford University identified the opportunity to do</a:t>
            </a:r>
          </a:p>
          <a:p>
            <a:r>
              <a:rPr lang="en-US" sz="2400" b="1" dirty="0">
                <a:solidFill>
                  <a:schemeClr val="accent6">
                    <a:lumMod val="25000"/>
                  </a:schemeClr>
                </a:solidFill>
              </a:rPr>
              <a:t>meta-level compilation, in which compilers can be extended with declarations that give them</a:t>
            </a:r>
          </a:p>
          <a:p>
            <a:r>
              <a:rPr lang="en-US" sz="2400" b="1" dirty="0">
                <a:solidFill>
                  <a:schemeClr val="accent6">
                    <a:lumMod val="25000"/>
                  </a:schemeClr>
                </a:solidFill>
              </a:rPr>
              <a:t>such knowledge, and can be used to find security as well as other types of bugs (Engler et al.</a:t>
            </a:r>
          </a:p>
          <a:p>
            <a:r>
              <a:rPr lang="en-US" sz="2400" b="1" dirty="0">
                <a:solidFill>
                  <a:schemeClr val="accent6">
                    <a:lumMod val="25000"/>
                  </a:schemeClr>
                </a:solidFill>
              </a:rPr>
              <a:t>2000). Meta-level compilation can also detect frequent patterns and idioms used in code, and</a:t>
            </a:r>
          </a:p>
          <a:p>
            <a:r>
              <a:rPr lang="en-US" sz="2400" b="1" dirty="0">
                <a:solidFill>
                  <a:schemeClr val="accent6">
                    <a:lumMod val="25000"/>
                  </a:schemeClr>
                </a:solidFill>
              </a:rPr>
              <a:t>report a warning or error when some anomalous part of the code does not follow the pattern,</a:t>
            </a:r>
          </a:p>
          <a:p>
            <a:r>
              <a:rPr lang="en-US" sz="2400" b="1" dirty="0">
                <a:solidFill>
                  <a:schemeClr val="accent6">
                    <a:lumMod val="25000"/>
                  </a:schemeClr>
                </a:solidFill>
              </a:rPr>
              <a:t>possibly indicating a bug. Synchronization and memory bugs, in addition to security bugs,</a:t>
            </a:r>
          </a:p>
          <a:p>
            <a:r>
              <a:rPr lang="en-US" sz="2400" b="1" dirty="0">
                <a:solidFill>
                  <a:schemeClr val="accent6">
                    <a:lumMod val="25000"/>
                  </a:schemeClr>
                </a:solidFill>
              </a:rPr>
              <a:t>can be found using static analysis.</a:t>
            </a:r>
            <a:endParaRPr lang="en-IN" sz="2400" b="1" dirty="0">
              <a:solidFill>
                <a:schemeClr val="accent6">
                  <a:lumMod val="25000"/>
                </a:schemeClr>
              </a:solidFill>
            </a:endParaRPr>
          </a:p>
        </p:txBody>
      </p:sp>
    </p:spTree>
    <p:extLst>
      <p:ext uri="{BB962C8B-B14F-4D97-AF65-F5344CB8AC3E}">
        <p14:creationId xmlns:p14="http://schemas.microsoft.com/office/powerpoint/2010/main" val="42321055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6848877" y="914434"/>
            <a:ext cx="3867917" cy="5029196"/>
          </a:xfrm>
        </p:spPr>
        <p:txBody>
          <a:bodyPr anchor="ctr"/>
          <a:lstStyle/>
          <a:p>
            <a:r>
              <a:rPr lang="en-US" dirty="0">
                <a:solidFill>
                  <a:srgbClr val="3366CC"/>
                </a:solidFill>
              </a:rPr>
              <a:t>Dr. Rachaita Dutta</a:t>
            </a:r>
          </a:p>
          <a:p>
            <a:r>
              <a:rPr lang="en-US" dirty="0">
                <a:solidFill>
                  <a:srgbClr val="3366CC"/>
                </a:solidFill>
              </a:rPr>
              <a:t>Assistant professor</a:t>
            </a:r>
          </a:p>
          <a:p>
            <a:r>
              <a:rPr lang="en-US" dirty="0">
                <a:solidFill>
                  <a:srgbClr val="3366CC"/>
                </a:solidFill>
              </a:rPr>
              <a:t>Dept. of </a:t>
            </a:r>
            <a:r>
              <a:rPr lang="en-US" dirty="0" err="1">
                <a:solidFill>
                  <a:srgbClr val="3366CC"/>
                </a:solidFill>
              </a:rPr>
              <a:t>mca</a:t>
            </a:r>
            <a:endParaRPr lang="en-US" dirty="0">
              <a:solidFill>
                <a:srgbClr val="3366CC"/>
              </a:solidFill>
            </a:endParaRPr>
          </a:p>
          <a:p>
            <a:pPr lvl="1"/>
            <a:r>
              <a:rPr lang="en-US" dirty="0">
                <a:solidFill>
                  <a:srgbClr val="3366CC"/>
                </a:solidFill>
              </a:rPr>
              <a:t>9007223301</a:t>
            </a:r>
          </a:p>
          <a:p>
            <a:pPr lvl="1"/>
            <a:r>
              <a:rPr lang="en-US" dirty="0">
                <a:solidFill>
                  <a:srgbClr val="3366CC"/>
                </a:solidFill>
              </a:rPr>
              <a:t>rachaitadutta@my.amrita.edu</a:t>
            </a:r>
          </a:p>
          <a:p>
            <a:pPr lvl="1"/>
            <a:endParaRPr lang="en-US" dirty="0"/>
          </a:p>
          <a:p>
            <a:endParaRPr lang="en-US"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{B98133CB-3674-4F35-B50A-DE48D38308D6}tf11964407_win32</Template>
  <TotalTime>27167</TotalTime>
  <Words>880</Words>
  <Application>Microsoft Office PowerPoint</Application>
  <PresentationFormat>Widescreen</PresentationFormat>
  <Paragraphs>75</Paragraphs>
  <Slides>33</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Courier New</vt:lpstr>
      <vt:lpstr>Gill Sans Nova Light</vt:lpstr>
      <vt:lpstr>Sagona Book</vt:lpstr>
      <vt:lpstr>Custom</vt:lpstr>
      <vt:lpstr>Buffer overflow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Rachaita Dutta</dc:creator>
  <cp:lastModifiedBy>Rachaita Dutta</cp:lastModifiedBy>
  <cp:revision>1</cp:revision>
  <dcterms:created xsi:type="dcterms:W3CDTF">2025-07-21T05:05:59Z</dcterms:created>
  <dcterms:modified xsi:type="dcterms:W3CDTF">2025-10-20T04:27:48Z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