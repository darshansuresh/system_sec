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317" r:id="rId5"/>
    <p:sldId id="344" r:id="rId6"/>
    <p:sldId id="345" r:id="rId7"/>
    <p:sldId id="346" r:id="rId8"/>
    <p:sldId id="347" r:id="rId9"/>
    <p:sldId id="348" r:id="rId10"/>
    <p:sldId id="350" r:id="rId11"/>
    <p:sldId id="351" r:id="rId12"/>
    <p:sldId id="352" r:id="rId13"/>
    <p:sldId id="349" r:id="rId14"/>
    <p:sldId id="353" r:id="rId15"/>
    <p:sldId id="354" r:id="rId16"/>
    <p:sldId id="355" r:id="rId17"/>
    <p:sldId id="304" r:id="rId18"/>
  </p:sldIdLst>
  <p:sldSz cx="12192000" cy="6858000"/>
  <p:notesSz cx="6858000" cy="9144000"/>
  <p:defaultTextStyle>
    <a:defPPr>
      <a:defRPr lang="en-US"/>
    </a:defPPr>
    <a:lvl1pPr marL="0" algn="l" defTabSz="91419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1pPr>
    <a:lvl2pPr marL="457100" algn="l" defTabSz="91419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2pPr>
    <a:lvl3pPr marL="914199" algn="l" defTabSz="91419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3pPr>
    <a:lvl4pPr marL="1371299" algn="l" defTabSz="91419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4pPr>
    <a:lvl5pPr marL="1828398" algn="l" defTabSz="91419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5pPr>
    <a:lvl6pPr marL="2285498" algn="l" defTabSz="91419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6pPr>
    <a:lvl7pPr marL="2742598" algn="l" defTabSz="91419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7pPr>
    <a:lvl8pPr marL="3199696" algn="l" defTabSz="91419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8pPr>
    <a:lvl9pPr marL="3656795" algn="l" defTabSz="91419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5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5" userDrawn="1">
          <p15:clr>
            <a:srgbClr val="A4A3A4"/>
          </p15:clr>
        </p15:guide>
        <p15:guide id="4" orient="horz" pos="2310" userDrawn="1">
          <p15:clr>
            <a:srgbClr val="A4A3A4"/>
          </p15:clr>
        </p15:guide>
        <p15:guide id="5" orient="horz" pos="1943" userDrawn="1">
          <p15:clr>
            <a:srgbClr val="A4A3A4"/>
          </p15:clr>
        </p15:guide>
        <p15:guide id="6" orient="horz" pos="232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7D58"/>
    <a:srgbClr val="CE3665"/>
    <a:srgbClr val="442DEF"/>
    <a:srgbClr val="7D0B47"/>
    <a:srgbClr val="831105"/>
    <a:srgbClr val="961289"/>
    <a:srgbClr val="A69516"/>
    <a:srgbClr val="2F913F"/>
    <a:srgbClr val="F0D614"/>
    <a:srgbClr val="4A88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E1523D-FF7F-4F3F-9885-6D675CD22870}" v="25" dt="2025-11-05T11:17:44.219"/>
  </p1510:revLst>
</p1510:revInfo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405" autoAdjust="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>
        <p:guide orient="horz" pos="525"/>
        <p:guide pos="3864"/>
        <p:guide orient="horz" pos="1275"/>
        <p:guide orient="horz" pos="2310"/>
        <p:guide orient="horz" pos="1943"/>
        <p:guide orient="horz" pos="2325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Relationship Id="rId2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chaita Dutta" userId="f22006c0bb25b989" providerId="LiveId" clId="{C9CC4FF0-0674-4239-A695-D4BB51F3ACF6}"/>
    <pc:docChg chg="undo custSel addSld delSld modSld modMainMaster modNotesMaster">
      <pc:chgData name="Rachaita Dutta" userId="f22006c0bb25b989" providerId="LiveId" clId="{C9CC4FF0-0674-4239-A695-D4BB51F3ACF6}" dt="2025-11-05T11:18:02.942" v="1928" actId="403"/>
      <pc:docMkLst>
        <pc:docMk/>
      </pc:docMkLst>
      <pc:sldChg chg="modSp mod modNotes">
        <pc:chgData name="Rachaita Dutta" userId="f22006c0bb25b989" providerId="LiveId" clId="{C9CC4FF0-0674-4239-A695-D4BB51F3ACF6}" dt="2025-10-24T09:58:56.759" v="1837" actId="20577"/>
        <pc:sldMkLst>
          <pc:docMk/>
          <pc:sldMk cId="1338167130" sldId="317"/>
        </pc:sldMkLst>
        <pc:spChg chg="mod">
          <ac:chgData name="Rachaita Dutta" userId="f22006c0bb25b989" providerId="LiveId" clId="{C9CC4FF0-0674-4239-A695-D4BB51F3ACF6}" dt="2025-10-24T09:58:56.759" v="1837" actId="20577"/>
          <ac:spMkLst>
            <pc:docMk/>
            <pc:sldMk cId="1338167130" sldId="317"/>
            <ac:spMk id="3" creationId="{B45A4A65-E8B8-40CF-7ABD-97EA8FA97521}"/>
          </ac:spMkLst>
        </pc:spChg>
      </pc:sldChg>
      <pc:sldChg chg="addSp delSp modSp add mod">
        <pc:chgData name="Rachaita Dutta" userId="f22006c0bb25b989" providerId="LiveId" clId="{C9CC4FF0-0674-4239-A695-D4BB51F3ACF6}" dt="2025-10-24T09:27:15.033" v="1783" actId="14100"/>
        <pc:sldMkLst>
          <pc:docMk/>
          <pc:sldMk cId="2019445453" sldId="344"/>
        </pc:sldMkLst>
        <pc:picChg chg="add mod">
          <ac:chgData name="Rachaita Dutta" userId="f22006c0bb25b989" providerId="LiveId" clId="{C9CC4FF0-0674-4239-A695-D4BB51F3ACF6}" dt="2025-10-24T09:27:15.033" v="1783" actId="14100"/>
          <ac:picMkLst>
            <pc:docMk/>
            <pc:sldMk cId="2019445453" sldId="344"/>
            <ac:picMk id="4" creationId="{4F5D269E-AA8F-2EAA-9EFF-740BB8A8D235}"/>
          </ac:picMkLst>
        </pc:picChg>
      </pc:sldChg>
      <pc:sldChg chg="addSp delSp modSp add mod">
        <pc:chgData name="Rachaita Dutta" userId="f22006c0bb25b989" providerId="LiveId" clId="{C9CC4FF0-0674-4239-A695-D4BB51F3ACF6}" dt="2025-10-24T09:27:50.864" v="1790" actId="14100"/>
        <pc:sldMkLst>
          <pc:docMk/>
          <pc:sldMk cId="3007710762" sldId="345"/>
        </pc:sldMkLst>
        <pc:picChg chg="add mod">
          <ac:chgData name="Rachaita Dutta" userId="f22006c0bb25b989" providerId="LiveId" clId="{C9CC4FF0-0674-4239-A695-D4BB51F3ACF6}" dt="2025-10-24T09:27:50.864" v="1790" actId="14100"/>
          <ac:picMkLst>
            <pc:docMk/>
            <pc:sldMk cId="3007710762" sldId="345"/>
            <ac:picMk id="3" creationId="{BFDEEECD-8A12-A7D7-D0DE-D094A75D55D2}"/>
          </ac:picMkLst>
        </pc:picChg>
      </pc:sldChg>
      <pc:sldChg chg="addSp delSp modSp add mod">
        <pc:chgData name="Rachaita Dutta" userId="f22006c0bb25b989" providerId="LiveId" clId="{C9CC4FF0-0674-4239-A695-D4BB51F3ACF6}" dt="2025-10-24T09:28:32.596" v="1797" actId="14100"/>
        <pc:sldMkLst>
          <pc:docMk/>
          <pc:sldMk cId="1096402646" sldId="346"/>
        </pc:sldMkLst>
        <pc:picChg chg="add mod">
          <ac:chgData name="Rachaita Dutta" userId="f22006c0bb25b989" providerId="LiveId" clId="{C9CC4FF0-0674-4239-A695-D4BB51F3ACF6}" dt="2025-10-24T09:28:32.596" v="1797" actId="14100"/>
          <ac:picMkLst>
            <pc:docMk/>
            <pc:sldMk cId="1096402646" sldId="346"/>
            <ac:picMk id="3" creationId="{E3F574A7-37EF-16E7-72EA-C954D1F46044}"/>
          </ac:picMkLst>
        </pc:picChg>
      </pc:sldChg>
      <pc:sldChg chg="addSp delSp modSp add mod">
        <pc:chgData name="Rachaita Dutta" userId="f22006c0bb25b989" providerId="LiveId" clId="{C9CC4FF0-0674-4239-A695-D4BB51F3ACF6}" dt="2025-10-24T09:59:12.648" v="1842" actId="14100"/>
        <pc:sldMkLst>
          <pc:docMk/>
          <pc:sldMk cId="439696202" sldId="347"/>
        </pc:sldMkLst>
        <pc:picChg chg="add mod">
          <ac:chgData name="Rachaita Dutta" userId="f22006c0bb25b989" providerId="LiveId" clId="{C9CC4FF0-0674-4239-A695-D4BB51F3ACF6}" dt="2025-10-24T09:59:12.648" v="1842" actId="14100"/>
          <ac:picMkLst>
            <pc:docMk/>
            <pc:sldMk cId="439696202" sldId="347"/>
            <ac:picMk id="4" creationId="{4F8C2F85-9332-7646-99F1-4A9D7444D938}"/>
          </ac:picMkLst>
        </pc:picChg>
      </pc:sldChg>
      <pc:sldChg chg="addSp delSp modSp add mod">
        <pc:chgData name="Rachaita Dutta" userId="f22006c0bb25b989" providerId="LiveId" clId="{C9CC4FF0-0674-4239-A695-D4BB51F3ACF6}" dt="2025-10-24T10:03:44.040" v="1858" actId="22"/>
        <pc:sldMkLst>
          <pc:docMk/>
          <pc:sldMk cId="3057856487" sldId="348"/>
        </pc:sldMkLst>
        <pc:picChg chg="add mod">
          <ac:chgData name="Rachaita Dutta" userId="f22006c0bb25b989" providerId="LiveId" clId="{C9CC4FF0-0674-4239-A695-D4BB51F3ACF6}" dt="2025-10-24T09:59:39.234" v="1850" actId="14100"/>
          <ac:picMkLst>
            <pc:docMk/>
            <pc:sldMk cId="3057856487" sldId="348"/>
            <ac:picMk id="4" creationId="{1C6D4C56-B937-A733-6085-96161B0FD9D5}"/>
          </ac:picMkLst>
        </pc:picChg>
      </pc:sldChg>
      <pc:sldChg chg="addSp delSp modSp add mod">
        <pc:chgData name="Rachaita Dutta" userId="f22006c0bb25b989" providerId="LiveId" clId="{C9CC4FF0-0674-4239-A695-D4BB51F3ACF6}" dt="2025-10-24T09:59:59.252" v="1856" actId="14100"/>
        <pc:sldMkLst>
          <pc:docMk/>
          <pc:sldMk cId="3620777991" sldId="349"/>
        </pc:sldMkLst>
        <pc:picChg chg="add mod">
          <ac:chgData name="Rachaita Dutta" userId="f22006c0bb25b989" providerId="LiveId" clId="{C9CC4FF0-0674-4239-A695-D4BB51F3ACF6}" dt="2025-10-24T09:59:59.252" v="1856" actId="14100"/>
          <ac:picMkLst>
            <pc:docMk/>
            <pc:sldMk cId="3620777991" sldId="349"/>
            <ac:picMk id="4" creationId="{AC5F2FFF-46E6-2E06-E461-9C85C811F580}"/>
          </ac:picMkLst>
        </pc:picChg>
      </pc:sldChg>
      <pc:sldChg chg="addSp delSp modSp add mod">
        <pc:chgData name="Rachaita Dutta" userId="f22006c0bb25b989" providerId="LiveId" clId="{C9CC4FF0-0674-4239-A695-D4BB51F3ACF6}" dt="2025-10-24T10:04:06.649" v="1865" actId="14100"/>
        <pc:sldMkLst>
          <pc:docMk/>
          <pc:sldMk cId="611592961" sldId="350"/>
        </pc:sldMkLst>
        <pc:picChg chg="add mod">
          <ac:chgData name="Rachaita Dutta" userId="f22006c0bb25b989" providerId="LiveId" clId="{C9CC4FF0-0674-4239-A695-D4BB51F3ACF6}" dt="2025-10-24T10:04:06.649" v="1865" actId="14100"/>
          <ac:picMkLst>
            <pc:docMk/>
            <pc:sldMk cId="611592961" sldId="350"/>
            <ac:picMk id="3" creationId="{F4F440C8-1B18-0669-EA52-5D4EF46DDA16}"/>
          </ac:picMkLst>
        </pc:picChg>
      </pc:sldChg>
      <pc:sldChg chg="addSp delSp modSp add mod">
        <pc:chgData name="Rachaita Dutta" userId="f22006c0bb25b989" providerId="LiveId" clId="{C9CC4FF0-0674-4239-A695-D4BB51F3ACF6}" dt="2025-10-24T10:08:46.788" v="1872" actId="14100"/>
        <pc:sldMkLst>
          <pc:docMk/>
          <pc:sldMk cId="660826392" sldId="351"/>
        </pc:sldMkLst>
        <pc:picChg chg="add mod">
          <ac:chgData name="Rachaita Dutta" userId="f22006c0bb25b989" providerId="LiveId" clId="{C9CC4FF0-0674-4239-A695-D4BB51F3ACF6}" dt="2025-10-24T10:08:46.788" v="1872" actId="14100"/>
          <ac:picMkLst>
            <pc:docMk/>
            <pc:sldMk cId="660826392" sldId="351"/>
            <ac:picMk id="4" creationId="{FEA1913A-FCBF-188A-50E8-1C47A2B95E01}"/>
          </ac:picMkLst>
        </pc:picChg>
      </pc:sldChg>
      <pc:sldChg chg="addSp delSp modSp add mod">
        <pc:chgData name="Rachaita Dutta" userId="f22006c0bb25b989" providerId="LiveId" clId="{C9CC4FF0-0674-4239-A695-D4BB51F3ACF6}" dt="2025-11-05T11:18:02.942" v="1928" actId="403"/>
        <pc:sldMkLst>
          <pc:docMk/>
          <pc:sldMk cId="2480569413" sldId="352"/>
        </pc:sldMkLst>
        <pc:spChg chg="add mod">
          <ac:chgData name="Rachaita Dutta" userId="f22006c0bb25b989" providerId="LiveId" clId="{C9CC4FF0-0674-4239-A695-D4BB51F3ACF6}" dt="2025-11-05T11:18:02.942" v="1928" actId="403"/>
          <ac:spMkLst>
            <pc:docMk/>
            <pc:sldMk cId="2480569413" sldId="352"/>
            <ac:spMk id="2" creationId="{58269BE0-6280-1538-56B2-545FF50D4B13}"/>
          </ac:spMkLst>
        </pc:spChg>
        <pc:picChg chg="add mod">
          <ac:chgData name="Rachaita Dutta" userId="f22006c0bb25b989" providerId="LiveId" clId="{C9CC4FF0-0674-4239-A695-D4BB51F3ACF6}" dt="2025-11-05T11:17:39.520" v="1912" actId="1076"/>
          <ac:picMkLst>
            <pc:docMk/>
            <pc:sldMk cId="2480569413" sldId="352"/>
            <ac:picMk id="6" creationId="{CFFA6CB0-1AC3-210F-8CE3-E82FD37683DC}"/>
          </ac:picMkLst>
        </pc:picChg>
      </pc:sldChg>
      <pc:sldChg chg="addSp delSp modSp add mod">
        <pc:chgData name="Rachaita Dutta" userId="f22006c0bb25b989" providerId="LiveId" clId="{C9CC4FF0-0674-4239-A695-D4BB51F3ACF6}" dt="2025-10-27T13:02:02.608" v="1890" actId="14100"/>
        <pc:sldMkLst>
          <pc:docMk/>
          <pc:sldMk cId="2171740660" sldId="353"/>
        </pc:sldMkLst>
        <pc:picChg chg="add mod">
          <ac:chgData name="Rachaita Dutta" userId="f22006c0bb25b989" providerId="LiveId" clId="{C9CC4FF0-0674-4239-A695-D4BB51F3ACF6}" dt="2025-10-27T13:02:02.608" v="1890" actId="14100"/>
          <ac:picMkLst>
            <pc:docMk/>
            <pc:sldMk cId="2171740660" sldId="353"/>
            <ac:picMk id="3" creationId="{3F85779B-0DDF-02E8-D568-C08CC293A394}"/>
          </ac:picMkLst>
        </pc:picChg>
      </pc:sldChg>
      <pc:sldChg chg="addSp delSp modSp add mod">
        <pc:chgData name="Rachaita Dutta" userId="f22006c0bb25b989" providerId="LiveId" clId="{C9CC4FF0-0674-4239-A695-D4BB51F3ACF6}" dt="2025-10-27T13:13:08.433" v="1901" actId="14100"/>
        <pc:sldMkLst>
          <pc:docMk/>
          <pc:sldMk cId="2555376355" sldId="354"/>
        </pc:sldMkLst>
        <pc:picChg chg="add mod">
          <ac:chgData name="Rachaita Dutta" userId="f22006c0bb25b989" providerId="LiveId" clId="{C9CC4FF0-0674-4239-A695-D4BB51F3ACF6}" dt="2025-10-27T13:13:08.433" v="1901" actId="14100"/>
          <ac:picMkLst>
            <pc:docMk/>
            <pc:sldMk cId="2555376355" sldId="354"/>
            <ac:picMk id="4" creationId="{0A56DCE9-A4DD-BE0F-44AA-C1906CE77BAA}"/>
          </ac:picMkLst>
        </pc:picChg>
      </pc:sldChg>
      <pc:sldChg chg="addSp delSp modSp add mod">
        <pc:chgData name="Rachaita Dutta" userId="f22006c0bb25b989" providerId="LiveId" clId="{C9CC4FF0-0674-4239-A695-D4BB51F3ACF6}" dt="2025-10-27T13:13:37.057" v="1911" actId="14100"/>
        <pc:sldMkLst>
          <pc:docMk/>
          <pc:sldMk cId="2567807753" sldId="355"/>
        </pc:sldMkLst>
        <pc:picChg chg="add mod">
          <ac:chgData name="Rachaita Dutta" userId="f22006c0bb25b989" providerId="LiveId" clId="{C9CC4FF0-0674-4239-A695-D4BB51F3ACF6}" dt="2025-10-27T13:13:37.057" v="1911" actId="14100"/>
          <ac:picMkLst>
            <pc:docMk/>
            <pc:sldMk cId="2567807753" sldId="355"/>
            <ac:picMk id="4" creationId="{FD3A7EC1-DF9A-EF2B-B128-3964A422DF0F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11/5/2025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11/5/2025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199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1pPr>
    <a:lvl2pPr marL="457100" algn="l" defTabSz="914199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2pPr>
    <a:lvl3pPr marL="914199" algn="l" defTabSz="914199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3pPr>
    <a:lvl4pPr marL="1371299" algn="l" defTabSz="914199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4pPr>
    <a:lvl5pPr marL="1828398" algn="l" defTabSz="914199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5pPr>
    <a:lvl6pPr marL="2285498" algn="l" defTabSz="914199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6pPr>
    <a:lvl7pPr marL="2742598" algn="l" defTabSz="914199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7pPr>
    <a:lvl8pPr marL="3199696" algn="l" defTabSz="914199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8pPr>
    <a:lvl9pPr marL="3656795" algn="l" defTabSz="914199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46C8E-8DA8-8641-E9AF-79D42D7B2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2D3654-327F-B538-EF6C-EA9F3F8A56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0AB19F-B678-DBE2-B4C5-4B125EEEDE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5DA552-9CA9-D836-9928-AC67DEDEB1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023264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A6DB3-7429-1EAD-2E21-BB595B549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FDD54F-6016-0832-3890-B8A73079C6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C0CF41-3E35-D522-CC92-53D3C61095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101C16-7B69-079B-92BC-97FB8BEEA2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382331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438F9-BC7B-FE7F-C050-E162FDAE4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723118-3543-8883-04C6-B63B39897C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AE2756-DF79-014A-16D0-4B1B6F2C6F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761679-2563-290E-D7C5-F3960C8604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75101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9065F-6520-9B4E-436F-55DAE040C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648692-3A88-8AA5-2576-3BF3E847AC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8D9D71-5083-0B62-A51E-5B1670BC61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3BF59D-AE2F-5D86-9595-56FAFC2647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21386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87920-FDDA-9A51-0113-B53FAB438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3E903B-B9F3-D66A-C7B6-AD3399F18D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CEF9E9-2608-1579-9A2D-D4E21AB7BB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524352-1E0D-BED3-5F3A-BE6A78BA40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910891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760BC-A8D4-C3DF-E4A5-4019EED65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42A95C-7594-9F40-451A-EFC4092B97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01799E-3721-4891-5E4A-F71FE32704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AC969B-57D5-4EF8-B3C2-B4A6BCB6E3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000437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D7742-AC2B-9AEA-5FBB-0E2FC643A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6ADD9F-604E-7CFA-35CF-0E04997F48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5AE2A9-1CB3-C71C-526A-22EC775A4A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F4CE71-9843-8C70-9D5E-B9EF52974A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77093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6F1AA-CC40-51DF-C7C0-49CC8E693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333EE0-152E-5D1D-1782-EDC2AD8EA6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1D7F53-A744-755F-BB32-768FB06DB0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818860-298A-6D53-508F-7A12E9D464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624103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6B94E-2060-57E1-AF8C-8BC0AFCE4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D6E06F-EEBD-E55D-668F-81F672DFA5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D44C5B-AB2B-C897-02EE-583CF146CE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66FBAA-1008-D351-D9B1-3EEEE3B0E8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931834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3D083-7231-7ECB-AC17-6531E7037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0F058A-5EED-9222-645E-06027860F1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A88E51-E288-B217-0699-0CE48473BB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4A1FF9-9DA1-0C6F-4007-70B0166888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384103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A834C-3C47-72FB-BBFF-AAF8AD7B0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8AA300-D9CB-6460-15B4-6DEFAC6483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C1E792-0D0E-CC07-29CA-9A3619833A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FD4DFF-E045-9F9A-0C2F-3EB4793D71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2337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2F538-D6E5-EEB2-4B68-019D845CF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93F9D3-AE3B-6061-6464-07E8A72A51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D5F067-5FBE-5C0A-09C1-2EF3A23451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ACE56B-5040-3E7B-7C1E-556EEF035E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628894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05550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70" y="1841824"/>
            <a:ext cx="4748735" cy="5016188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121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42" y="2334664"/>
            <a:ext cx="2225670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" y="0"/>
            <a:ext cx="5880649" cy="6075135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" y="12"/>
            <a:ext cx="5137691" cy="3723308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8" y="914400"/>
            <a:ext cx="10360151" cy="5029200"/>
          </a:xfrm>
        </p:spPr>
        <p:txBody>
          <a:bodyPr anchor="ctr"/>
          <a:lstStyle>
            <a:lvl1pPr algn="ctr">
              <a:defRPr sz="4799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" y="180443"/>
            <a:ext cx="5327858" cy="3001485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8" y="5597820"/>
            <a:ext cx="2430115" cy="1294335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1" y="3988571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8" y="914400"/>
            <a:ext cx="5641849" cy="5029200"/>
          </a:xfrm>
        </p:spPr>
        <p:txBody>
          <a:bodyPr anchor="ctr" anchorCtr="0"/>
          <a:lstStyle>
            <a:lvl1pPr algn="l">
              <a:defRPr sz="3203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8" y="1143012"/>
            <a:ext cx="4190998" cy="4679828"/>
          </a:xfrm>
        </p:spPr>
        <p:txBody>
          <a:bodyPr/>
          <a:lstStyle>
            <a:lvl1pPr marL="0" indent="0" algn="r">
              <a:buNone/>
              <a:defRPr sz="2394" cap="all" baseline="0"/>
            </a:lvl1pPr>
            <a:lvl2pPr marL="457013" indent="0" algn="r">
              <a:buNone/>
              <a:defRPr sz="1795">
                <a:latin typeface="+mj-lt"/>
              </a:defRPr>
            </a:lvl2pPr>
            <a:lvl3pPr marL="914036" indent="0" algn="r">
              <a:buNone/>
              <a:defRPr/>
            </a:lvl3pPr>
            <a:lvl4pPr marL="1371048" indent="0" algn="r">
              <a:buNone/>
              <a:defRPr/>
            </a:lvl4pPr>
            <a:lvl5pPr marL="1828071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3" userDrawn="1">
          <p15:clr>
            <a:srgbClr val="FBAE40"/>
          </p15:clr>
        </p15:guide>
        <p15:guide id="2" pos="7271" userDrawn="1">
          <p15:clr>
            <a:srgbClr val="FBAE40"/>
          </p15:clr>
        </p15:guide>
        <p15:guide id="3" pos="409" userDrawn="1">
          <p15:clr>
            <a:srgbClr val="FBAE40"/>
          </p15:clr>
        </p15:guide>
        <p15:guide id="4" orient="horz" pos="503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3" y="914400"/>
            <a:ext cx="5641849" cy="5029200"/>
          </a:xfrm>
        </p:spPr>
        <p:txBody>
          <a:bodyPr anchor="ctr"/>
          <a:lstStyle>
            <a:lvl1pPr>
              <a:lnSpc>
                <a:spcPct val="75000"/>
              </a:lnSpc>
              <a:defRPr sz="4799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9" y="1875315"/>
            <a:ext cx="4727117" cy="4998135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5" y="0"/>
            <a:ext cx="5324717" cy="6417735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3" y="0"/>
            <a:ext cx="4790058" cy="6587070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795"/>
            </a:lvl1pPr>
            <a:lvl2pPr marL="457013" indent="0">
              <a:buNone/>
              <a:defRPr sz="2804"/>
            </a:lvl2pPr>
            <a:lvl3pPr marL="914036" indent="0">
              <a:buNone/>
              <a:defRPr sz="2394"/>
            </a:lvl3pPr>
            <a:lvl4pPr marL="1371048" indent="0">
              <a:buNone/>
              <a:defRPr sz="1995"/>
            </a:lvl4pPr>
            <a:lvl5pPr marL="1828071" indent="0">
              <a:buNone/>
              <a:defRPr sz="1995"/>
            </a:lvl5pPr>
            <a:lvl6pPr marL="2285084" indent="0">
              <a:buNone/>
              <a:defRPr sz="1995"/>
            </a:lvl6pPr>
            <a:lvl7pPr marL="2742107" indent="0">
              <a:buNone/>
              <a:defRPr sz="1995"/>
            </a:lvl7pPr>
            <a:lvl8pPr marL="3199119" indent="0">
              <a:buNone/>
              <a:defRPr sz="1995"/>
            </a:lvl8pPr>
            <a:lvl9pPr marL="3656142" indent="0">
              <a:buNone/>
              <a:defRPr sz="199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9" y="0"/>
            <a:ext cx="5288935" cy="6858000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5" y="-26172"/>
            <a:ext cx="5273225" cy="1169183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51" y="3200880"/>
            <a:ext cx="4200862" cy="3685695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5"/>
          </a:xfrm>
        </p:spPr>
        <p:txBody>
          <a:bodyPr anchor="b"/>
          <a:lstStyle>
            <a:lvl1pPr>
              <a:lnSpc>
                <a:spcPct val="75000"/>
              </a:lnSpc>
              <a:defRPr sz="4799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" y="261780"/>
            <a:ext cx="5046135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1995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5" y="4681725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394" b="0" cap="all" baseline="0"/>
            </a:lvl1pPr>
            <a:lvl2pPr>
              <a:defRPr sz="2394"/>
            </a:lvl2pPr>
            <a:lvl3pPr>
              <a:defRPr sz="2394"/>
            </a:lvl3pPr>
            <a:lvl4pPr>
              <a:defRPr sz="2394"/>
            </a:lvl4pPr>
            <a:lvl5pPr>
              <a:defRPr sz="2394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8" y="5209699"/>
            <a:ext cx="3221255" cy="1682468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sz="2121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sz="2121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2" y="914400"/>
            <a:ext cx="7534657" cy="914400"/>
          </a:xfrm>
        </p:spPr>
        <p:txBody>
          <a:bodyPr anchor="b" anchorCtr="0"/>
          <a:lstStyle>
            <a:lvl1pPr>
              <a:defRPr sz="3203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3" y="5010315"/>
            <a:ext cx="3307890" cy="1876020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8" y="4650285"/>
            <a:ext cx="1859769" cy="2207715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83" y="2130046"/>
            <a:ext cx="5509163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3" y="2039126"/>
            <a:ext cx="7150609" cy="3356573"/>
          </a:xfrm>
        </p:spPr>
        <p:txBody>
          <a:bodyPr>
            <a:normAutofit/>
          </a:bodyPr>
          <a:lstStyle>
            <a:lvl1pPr>
              <a:defRPr sz="1995"/>
            </a:lvl1pPr>
            <a:lvl2pPr>
              <a:defRPr sz="1795"/>
            </a:lvl2pPr>
            <a:lvl3pPr>
              <a:defRPr sz="1596"/>
            </a:lvl3pPr>
            <a:lvl4pPr>
              <a:defRPr sz="1397"/>
            </a:lvl4pPr>
            <a:lvl5pPr>
              <a:defRPr sz="139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2" y="5879817"/>
            <a:ext cx="661417" cy="895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394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" y="0"/>
            <a:ext cx="3216357" cy="3480450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121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8" y="1618827"/>
            <a:ext cx="3154525" cy="5229818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188"/>
          <a:stretch>
            <a:fillRect/>
          </a:stretch>
        </p:blipFill>
        <p:spPr>
          <a:xfrm>
            <a:off x="0" y="2673015"/>
            <a:ext cx="1697024" cy="1898715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0"/>
            <a:ext cx="2476444" cy="3377250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4" y="914411"/>
            <a:ext cx="10360151" cy="2843783"/>
          </a:xfrm>
        </p:spPr>
        <p:txBody>
          <a:bodyPr anchor="b" anchorCtr="0"/>
          <a:lstStyle>
            <a:lvl1pPr algn="ctr">
              <a:defRPr sz="4799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7" y="3825889"/>
            <a:ext cx="8109771" cy="264477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394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3" userDrawn="1">
          <p15:clr>
            <a:srgbClr val="FBAE40"/>
          </p15:clr>
        </p15:guide>
        <p15:guide id="2" pos="7271" userDrawn="1">
          <p15:clr>
            <a:srgbClr val="FBAE40"/>
          </p15:clr>
        </p15:guide>
        <p15:guide id="3" pos="409" userDrawn="1">
          <p15:clr>
            <a:srgbClr val="FBAE40"/>
          </p15:clr>
        </p15:guide>
        <p15:guide id="4" orient="horz" pos="503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4" y="914400"/>
            <a:ext cx="10360151" cy="914400"/>
          </a:xfrm>
        </p:spPr>
        <p:txBody>
          <a:bodyPr anchor="b" anchorCtr="0"/>
          <a:lstStyle>
            <a:lvl1pPr>
              <a:defRPr sz="3203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3" y="2039127"/>
            <a:ext cx="4576953" cy="3877058"/>
          </a:xfrm>
        </p:spPr>
        <p:txBody>
          <a:bodyPr>
            <a:normAutofit/>
          </a:bodyPr>
          <a:lstStyle>
            <a:lvl1pPr marL="0" indent="0">
              <a:buNone/>
              <a:defRPr sz="1995"/>
            </a:lvl1pPr>
            <a:lvl2pPr marL="228512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2pPr>
            <a:lvl3pPr marL="685524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3pPr>
            <a:lvl4pPr marL="1142547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4pPr>
            <a:lvl5pPr marL="1599560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9" y="2039127"/>
            <a:ext cx="4576953" cy="3877058"/>
          </a:xfrm>
        </p:spPr>
        <p:txBody>
          <a:bodyPr>
            <a:normAutofit/>
          </a:bodyPr>
          <a:lstStyle>
            <a:lvl1pPr marL="0" indent="0">
              <a:buNone/>
              <a:defRPr sz="1995"/>
            </a:lvl1pPr>
            <a:lvl2pPr marL="228512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2pPr>
            <a:lvl3pPr marL="685524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3pPr>
            <a:lvl4pPr marL="1142547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4pPr>
            <a:lvl5pPr marL="1599560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5"/>
            <a:ext cx="4707470" cy="978195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501" y="0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121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2" y="5879817"/>
            <a:ext cx="661417" cy="895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394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3" userDrawn="1">
          <p15:clr>
            <a:srgbClr val="FBAE40"/>
          </p15:clr>
        </p15:guide>
        <p15:guide id="2" pos="7271" userDrawn="1">
          <p15:clr>
            <a:srgbClr val="FBAE40"/>
          </p15:clr>
        </p15:guide>
        <p15:guide id="3" pos="409" userDrawn="1">
          <p15:clr>
            <a:srgbClr val="FBAE40"/>
          </p15:clr>
        </p15:guide>
        <p15:guide id="4" orient="horz" pos="503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" y="12"/>
            <a:ext cx="12192000" cy="6800408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sz="2121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sz="2121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4" y="914400"/>
            <a:ext cx="10360151" cy="914400"/>
          </a:xfrm>
        </p:spPr>
        <p:txBody>
          <a:bodyPr anchor="b"/>
          <a:lstStyle>
            <a:lvl1pPr>
              <a:defRPr sz="3203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4" y="2039115"/>
            <a:ext cx="3364991" cy="3904485"/>
          </a:xfrm>
        </p:spPr>
        <p:txBody>
          <a:bodyPr>
            <a:normAutofit/>
          </a:bodyPr>
          <a:lstStyle>
            <a:lvl1pPr marL="228512" indent="-228512">
              <a:buFont typeface="+mj-lt"/>
              <a:buAutoNum type="arabicPeriod"/>
              <a:defRPr sz="1995"/>
            </a:lvl1pPr>
            <a:lvl2pPr marL="685524" indent="-457013">
              <a:spcBef>
                <a:spcPts val="998"/>
              </a:spcBef>
              <a:buFont typeface="+mj-lt"/>
              <a:buAutoNum type="alphaLcPeriod"/>
              <a:defRPr sz="1995"/>
            </a:lvl2pPr>
            <a:lvl3pPr marL="914036" indent="-457013">
              <a:spcBef>
                <a:spcPts val="998"/>
              </a:spcBef>
              <a:buFont typeface="+mj-lt"/>
              <a:buAutoNum type="arabicParenR"/>
              <a:defRPr sz="1995"/>
            </a:lvl3pPr>
            <a:lvl4pPr marL="1142547" indent="-457013">
              <a:spcBef>
                <a:spcPts val="998"/>
              </a:spcBef>
              <a:buFont typeface="+mj-lt"/>
              <a:buAutoNum type="alphaLcParenR"/>
              <a:defRPr sz="1995"/>
            </a:lvl4pPr>
            <a:lvl5pPr marL="1142547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5"/>
            <a:ext cx="6537960" cy="3904485"/>
          </a:xfrm>
        </p:spPr>
        <p:txBody>
          <a:bodyPr>
            <a:normAutofit/>
          </a:bodyPr>
          <a:lstStyle>
            <a:lvl1pPr marL="0" indent="0">
              <a:buNone/>
              <a:defRPr sz="1995"/>
            </a:lvl1pPr>
            <a:lvl2pPr marL="228512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2pPr>
            <a:lvl3pPr marL="685524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3pPr>
            <a:lvl4pPr marL="1142547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4pPr>
            <a:lvl5pPr marL="1599560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2" y="5879817"/>
            <a:ext cx="661417" cy="895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394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2"/>
            <a:ext cx="4303817" cy="6100298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34" y="3184878"/>
            <a:ext cx="3027833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2" y="914400"/>
            <a:ext cx="7534657" cy="914400"/>
          </a:xfrm>
        </p:spPr>
        <p:txBody>
          <a:bodyPr anchor="b" anchorCtr="0"/>
          <a:lstStyle>
            <a:lvl1pPr>
              <a:defRPr sz="320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404" y="2039115"/>
            <a:ext cx="5650991" cy="3904485"/>
          </a:xfrm>
        </p:spPr>
        <p:txBody>
          <a:bodyPr>
            <a:normAutofit/>
          </a:bodyPr>
          <a:lstStyle>
            <a:lvl1pPr marL="0" indent="0">
              <a:buNone/>
              <a:defRPr sz="1995"/>
            </a:lvl1pPr>
            <a:lvl2pPr marL="228512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2pPr>
            <a:lvl3pPr marL="685524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3pPr>
            <a:lvl4pPr marL="1142547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4pPr>
            <a:lvl5pPr marL="1599560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8" y="-20742"/>
            <a:ext cx="4589511" cy="6555023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1995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2" y="5879817"/>
            <a:ext cx="661417" cy="895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394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3" userDrawn="1">
          <p15:clr>
            <a:srgbClr val="FBAE40"/>
          </p15:clr>
        </p15:guide>
        <p15:guide id="2" pos="7271" userDrawn="1">
          <p15:clr>
            <a:srgbClr val="FBAE40"/>
          </p15:clr>
        </p15:guide>
        <p15:guide id="3" pos="409" userDrawn="1">
          <p15:clr>
            <a:srgbClr val="FBAE40"/>
          </p15:clr>
        </p15:guide>
        <p15:guide id="4" orient="horz" pos="503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52" y="-93863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121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28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" y="12"/>
            <a:ext cx="3097831" cy="2532428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8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4" y="914400"/>
            <a:ext cx="10360151" cy="914400"/>
          </a:xfrm>
        </p:spPr>
        <p:txBody>
          <a:bodyPr anchor="b" anchorCtr="0"/>
          <a:lstStyle>
            <a:lvl1pPr>
              <a:defRPr sz="320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404" y="2039108"/>
            <a:ext cx="2816351" cy="3840480"/>
          </a:xfrm>
        </p:spPr>
        <p:txBody>
          <a:bodyPr>
            <a:normAutofit/>
          </a:bodyPr>
          <a:lstStyle>
            <a:lvl1pPr marL="0" indent="0">
              <a:buNone/>
              <a:defRPr sz="1995"/>
            </a:lvl1pPr>
            <a:lvl2pPr marL="228512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2pPr>
            <a:lvl3pPr marL="685524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3pPr>
            <a:lvl4pPr marL="1142547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4pPr>
            <a:lvl5pPr marL="1599560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08"/>
            <a:ext cx="6949440" cy="3840480"/>
          </a:xfrm>
        </p:spPr>
        <p:txBody>
          <a:bodyPr>
            <a:normAutofit/>
          </a:bodyPr>
          <a:lstStyle>
            <a:lvl1pPr marL="228512" indent="-228512">
              <a:buFont typeface="Courier New" panose="02070309020205020404" pitchFamily="49" charset="0"/>
              <a:buChar char="o"/>
              <a:defRPr sz="1995"/>
            </a:lvl1pPr>
            <a:lvl2pPr marL="685524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2pPr>
            <a:lvl3pPr marL="1142547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3pPr>
            <a:lvl4pPr marL="1599560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4pPr>
            <a:lvl5pPr marL="2056572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2" y="5879817"/>
            <a:ext cx="661417" cy="895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394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3" userDrawn="1">
          <p15:clr>
            <a:srgbClr val="FBAE40"/>
          </p15:clr>
        </p15:guide>
        <p15:guide id="2" pos="7271" userDrawn="1">
          <p15:clr>
            <a:srgbClr val="FBAE40"/>
          </p15:clr>
        </p15:guide>
        <p15:guide id="3" pos="409" userDrawn="1">
          <p15:clr>
            <a:srgbClr val="FBAE40"/>
          </p15:clr>
        </p15:guide>
        <p15:guide id="4" orient="horz" pos="503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2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4" y="-30585"/>
            <a:ext cx="5047482" cy="6915255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4" y="914400"/>
            <a:ext cx="10360151" cy="914400"/>
          </a:xfrm>
        </p:spPr>
        <p:txBody>
          <a:bodyPr anchor="b" anchorCtr="0"/>
          <a:lstStyle>
            <a:lvl1pPr>
              <a:defRPr sz="3203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2039108"/>
            <a:ext cx="6729984" cy="3840480"/>
          </a:xfrm>
        </p:spPr>
        <p:txBody>
          <a:bodyPr>
            <a:normAutofit/>
          </a:bodyPr>
          <a:lstStyle>
            <a:lvl1pPr marL="228512" indent="-228512">
              <a:buFont typeface="Courier New" panose="02070309020205020404" pitchFamily="49" charset="0"/>
              <a:buChar char="o"/>
              <a:defRPr sz="1995" cap="all" baseline="0"/>
            </a:lvl1pPr>
            <a:lvl2pPr marL="685524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2pPr>
            <a:lvl3pPr marL="1142547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3pPr>
            <a:lvl4pPr marL="1599560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4pPr>
            <a:lvl5pPr marL="2056572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4" y="2039108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1995"/>
            </a:lvl1pPr>
            <a:lvl2pPr marL="228512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2pPr>
            <a:lvl3pPr marL="685524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3pPr>
            <a:lvl4pPr marL="1142547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4pPr>
            <a:lvl5pPr marL="1599560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2" y="5879817"/>
            <a:ext cx="661417" cy="895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394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3" userDrawn="1">
          <p15:clr>
            <a:srgbClr val="FBAE40"/>
          </p15:clr>
        </p15:guide>
        <p15:guide id="2" pos="7271" userDrawn="1">
          <p15:clr>
            <a:srgbClr val="FBAE40"/>
          </p15:clr>
        </p15:guide>
        <p15:guide id="3" pos="409" userDrawn="1">
          <p15:clr>
            <a:srgbClr val="FBAE40"/>
          </p15:clr>
        </p15:guide>
        <p15:guide id="4" orient="horz" pos="503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5"/>
            <a:ext cx="12192000" cy="3586575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1" y="11"/>
            <a:ext cx="5362677" cy="590063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4" y="914400"/>
            <a:ext cx="10360151" cy="914400"/>
          </a:xfrm>
        </p:spPr>
        <p:txBody>
          <a:bodyPr anchor="b" anchorCtr="0"/>
          <a:lstStyle>
            <a:lvl1pPr>
              <a:defRPr sz="3203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3" y="2039119"/>
            <a:ext cx="10360025" cy="3374138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2" y="5879817"/>
            <a:ext cx="661417" cy="895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394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3" userDrawn="1">
          <p15:clr>
            <a:srgbClr val="FBAE40"/>
          </p15:clr>
        </p15:guide>
        <p15:guide id="2" pos="7271" userDrawn="1">
          <p15:clr>
            <a:srgbClr val="FBAE40"/>
          </p15:clr>
        </p15:guide>
        <p15:guide id="3" pos="409" userDrawn="1">
          <p15:clr>
            <a:srgbClr val="FBAE40"/>
          </p15:clr>
        </p15:guide>
        <p15:guide id="4" orient="horz" pos="503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2" y="3001414"/>
            <a:ext cx="3865902" cy="3856598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121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" y="0"/>
            <a:ext cx="4267591" cy="2882745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72" y="1187809"/>
            <a:ext cx="1678578" cy="546056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3" y="914400"/>
            <a:ext cx="5641849" cy="5029200"/>
          </a:xfrm>
        </p:spPr>
        <p:txBody>
          <a:bodyPr anchor="ctr"/>
          <a:lstStyle>
            <a:lvl1pPr algn="l">
              <a:defRPr sz="4799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60" y="914400"/>
            <a:ext cx="3867911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1995" cap="all" baseline="0"/>
            </a:lvl1pPr>
            <a:lvl2pPr marL="0" indent="0">
              <a:spcBef>
                <a:spcPts val="998"/>
              </a:spcBef>
              <a:buFont typeface="Courier New" panose="02070309020205020404" pitchFamily="49" charset="0"/>
              <a:buNone/>
              <a:defRPr sz="1995"/>
            </a:lvl2pPr>
            <a:lvl3pPr marL="685524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3pPr>
            <a:lvl4pPr marL="1142547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4pPr>
            <a:lvl5pPr marL="1599560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8" y="5209699"/>
            <a:ext cx="3221255" cy="1682468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sz="2121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sz="2121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5" y="4321740"/>
            <a:ext cx="1859769" cy="2536260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2" y="5879817"/>
            <a:ext cx="661417" cy="895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394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2" y="365123"/>
            <a:ext cx="10515600" cy="13255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825627"/>
            <a:ext cx="10515600" cy="4351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4" y="6464817"/>
            <a:ext cx="987551" cy="310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97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7" y="6464817"/>
            <a:ext cx="3438144" cy="310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97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2" y="5879817"/>
            <a:ext cx="661417" cy="895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394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8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036" rtl="0" eaLnBrk="1" latinLnBrk="0" hangingPunct="1">
        <a:lnSpc>
          <a:spcPct val="90000"/>
        </a:lnSpc>
        <a:spcBef>
          <a:spcPct val="0"/>
        </a:spcBef>
        <a:buNone/>
        <a:defRPr sz="599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12" indent="-228512" algn="l" defTabSz="914036" rtl="0" eaLnBrk="1" latinLnBrk="0" hangingPunct="1">
        <a:lnSpc>
          <a:spcPct val="90000"/>
        </a:lnSpc>
        <a:spcBef>
          <a:spcPts val="998"/>
        </a:spcBef>
        <a:buFont typeface="Arial" panose="020B0604020202020204" pitchFamily="34" charset="0"/>
        <a:buChar char="•"/>
        <a:defRPr sz="2804" kern="1200">
          <a:solidFill>
            <a:schemeClr val="tx1"/>
          </a:solidFill>
          <a:latin typeface="+mn-lt"/>
          <a:ea typeface="+mn-ea"/>
          <a:cs typeface="+mn-cs"/>
        </a:defRPr>
      </a:lvl1pPr>
      <a:lvl2pPr marL="685524" indent="-228512" algn="l" defTabSz="914036" rtl="0" eaLnBrk="1" latinLnBrk="0" hangingPunct="1">
        <a:lnSpc>
          <a:spcPct val="90000"/>
        </a:lnSpc>
        <a:spcBef>
          <a:spcPts val="504"/>
        </a:spcBef>
        <a:buFont typeface="Arial" panose="020B0604020202020204" pitchFamily="34" charset="0"/>
        <a:buChar char="•"/>
        <a:defRPr sz="2394" kern="1200">
          <a:solidFill>
            <a:schemeClr val="tx1"/>
          </a:solidFill>
          <a:latin typeface="+mn-lt"/>
          <a:ea typeface="+mn-ea"/>
          <a:cs typeface="+mn-cs"/>
        </a:defRPr>
      </a:lvl2pPr>
      <a:lvl3pPr marL="1142547" indent="-228512" algn="l" defTabSz="914036" rtl="0" eaLnBrk="1" latinLnBrk="0" hangingPunct="1">
        <a:lnSpc>
          <a:spcPct val="90000"/>
        </a:lnSpc>
        <a:spcBef>
          <a:spcPts val="504"/>
        </a:spcBef>
        <a:buFont typeface="Arial" panose="020B0604020202020204" pitchFamily="34" charset="0"/>
        <a:buChar char="•"/>
        <a:defRPr sz="1995" kern="1200">
          <a:solidFill>
            <a:schemeClr val="tx1"/>
          </a:solidFill>
          <a:latin typeface="+mn-lt"/>
          <a:ea typeface="+mn-ea"/>
          <a:cs typeface="+mn-cs"/>
        </a:defRPr>
      </a:lvl3pPr>
      <a:lvl4pPr marL="1599560" indent="-228512" algn="l" defTabSz="914036" rtl="0" eaLnBrk="1" latinLnBrk="0" hangingPunct="1">
        <a:lnSpc>
          <a:spcPct val="90000"/>
        </a:lnSpc>
        <a:spcBef>
          <a:spcPts val="504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4pPr>
      <a:lvl5pPr marL="2056572" indent="-228512" algn="l" defTabSz="914036" rtl="0" eaLnBrk="1" latinLnBrk="0" hangingPunct="1">
        <a:lnSpc>
          <a:spcPct val="90000"/>
        </a:lnSpc>
        <a:spcBef>
          <a:spcPts val="504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5pPr>
      <a:lvl6pPr marL="2513595" indent="-228512" algn="l" defTabSz="914036" rtl="0" eaLnBrk="1" latinLnBrk="0" hangingPunct="1">
        <a:lnSpc>
          <a:spcPct val="90000"/>
        </a:lnSpc>
        <a:spcBef>
          <a:spcPts val="504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6pPr>
      <a:lvl7pPr marL="2970608" indent="-228512" algn="l" defTabSz="914036" rtl="0" eaLnBrk="1" latinLnBrk="0" hangingPunct="1">
        <a:lnSpc>
          <a:spcPct val="90000"/>
        </a:lnSpc>
        <a:spcBef>
          <a:spcPts val="504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7pPr>
      <a:lvl8pPr marL="3427631" indent="-228512" algn="l" defTabSz="914036" rtl="0" eaLnBrk="1" latinLnBrk="0" hangingPunct="1">
        <a:lnSpc>
          <a:spcPct val="90000"/>
        </a:lnSpc>
        <a:spcBef>
          <a:spcPts val="504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8pPr>
      <a:lvl9pPr marL="3884643" indent="-228512" algn="l" defTabSz="914036" rtl="0" eaLnBrk="1" latinLnBrk="0" hangingPunct="1">
        <a:lnSpc>
          <a:spcPct val="90000"/>
        </a:lnSpc>
        <a:spcBef>
          <a:spcPts val="504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036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1pPr>
      <a:lvl2pPr marL="457013" algn="l" defTabSz="914036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2pPr>
      <a:lvl3pPr marL="914036" algn="l" defTabSz="914036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3pPr>
      <a:lvl4pPr marL="1371048" algn="l" defTabSz="914036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4pPr>
      <a:lvl5pPr marL="1828071" algn="l" defTabSz="914036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5pPr>
      <a:lvl6pPr marL="2285084" algn="l" defTabSz="914036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6pPr>
      <a:lvl7pPr marL="2742107" algn="l" defTabSz="914036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7pPr>
      <a:lvl8pPr marL="3199119" algn="l" defTabSz="914036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8pPr>
      <a:lvl9pPr marL="3656142" algn="l" defTabSz="914036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5957" y="722410"/>
            <a:ext cx="10360151" cy="5029196"/>
          </a:xfrm>
        </p:spPr>
        <p:txBody>
          <a:bodyPr anchor="ctr"/>
          <a:lstStyle/>
          <a:p>
            <a:r>
              <a:rPr lang="en-US" sz="5397" dirty="0"/>
              <a:t>Data Execution Prevention </a:t>
            </a:r>
            <a:br>
              <a:rPr lang="en-US" sz="5397" dirty="0"/>
            </a:br>
            <a:r>
              <a:rPr lang="en-US" sz="5397" dirty="0"/>
              <a:t>&amp;</a:t>
            </a:r>
            <a:br>
              <a:rPr lang="en-US" sz="5397" dirty="0"/>
            </a:br>
            <a:r>
              <a:rPr lang="en-US" sz="5397" dirty="0"/>
              <a:t>Address Space Layout Randomization</a:t>
            </a:r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D40CC-A6D6-73F7-DFED-48A43E747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F5D269E-AA8F-2EAA-9EFF-740BB8A8D2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339551"/>
            <a:ext cx="11274552" cy="6178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445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B0E30-A426-64FB-2471-13B80401F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DEEECD-8A12-A7D7-D0DE-D094A75D55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" y="262805"/>
            <a:ext cx="11329416" cy="6202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710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98B43-E474-5243-9BDD-189133931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F574A7-37EF-16E7-72EA-C954D1F460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" y="169207"/>
            <a:ext cx="11750040" cy="644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402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C60B5-8FA1-6C24-BE99-2EDDD3F54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F8C2F85-9332-7646-99F1-4A9D7444D9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48170"/>
            <a:ext cx="11466575" cy="6180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696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8CC96-803B-B9E5-DA01-DC51D7791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C6D4C56-B937-A733-6085-96161B0FD9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95144"/>
            <a:ext cx="11786616" cy="6667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8564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69FEB-E904-1E42-41EC-D86E7C931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F440C8-1B18-0669-EA52-5D4EF46DDA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20624"/>
            <a:ext cx="10945368" cy="6227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5929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3DF3F-CA5E-55B2-248E-9C546B16B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EA1913A-FCBF-188A-50E8-1C47A2B95E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100" y="201168"/>
            <a:ext cx="11745711" cy="6071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826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B3383-245D-7453-A4DE-7EE054A06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FFA6CB0-1AC3-210F-8CE3-E82FD37683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707520"/>
            <a:ext cx="11128248" cy="60590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8269BE0-6280-1538-56B2-545FF50D4B13}"/>
              </a:ext>
            </a:extLst>
          </p:cNvPr>
          <p:cNvSpPr txBox="1"/>
          <p:nvPr/>
        </p:nvSpPr>
        <p:spPr>
          <a:xfrm>
            <a:off x="292608" y="91440"/>
            <a:ext cx="1275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 dirty="0">
                <a:solidFill>
                  <a:srgbClr val="0070C0"/>
                </a:solidFill>
              </a:rPr>
              <a:t>Benefits</a:t>
            </a:r>
            <a:endParaRPr lang="en-IN" sz="2800" b="1" u="sng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05694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6A43A-D92C-C769-9E88-B3C03F5BB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C5F2FFF-46E6-2E06-E461-9C85C811F5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246108"/>
            <a:ext cx="11393423" cy="6300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7779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59B4C-FA25-17CF-1359-6438E4E6C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85779B-0DDF-02E8-D568-C08CC293A3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70934"/>
            <a:ext cx="11137392" cy="615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7406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1835A-4832-C151-5795-F3D1305B7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A56DCE9-A4DD-BE0F-44AA-C1906CE77B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130824"/>
            <a:ext cx="11219688" cy="6596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3763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A21B8-7494-1908-F3AC-CFD4D8235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D3A7EC1-DF9A-EF2B-B128-3964A422DF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292608"/>
            <a:ext cx="11146536" cy="6053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8077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5DC0028-4150-0F89-E59C-F563C67F6C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6DCC38C-603B-CCD0-2914-0BBCD4F4F74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77" y="914434"/>
            <a:ext cx="3867917" cy="5029196"/>
          </a:xfrm>
        </p:spPr>
        <p:txBody>
          <a:bodyPr anchor="ctr"/>
          <a:lstStyle/>
          <a:p>
            <a:r>
              <a:rPr lang="en-US" dirty="0">
                <a:solidFill>
                  <a:srgbClr val="3366CC"/>
                </a:solidFill>
              </a:rPr>
              <a:t>Dr. Rachaita Dutta</a:t>
            </a:r>
          </a:p>
          <a:p>
            <a:r>
              <a:rPr lang="en-US" dirty="0">
                <a:solidFill>
                  <a:srgbClr val="3366CC"/>
                </a:solidFill>
              </a:rPr>
              <a:t>Assistant professor</a:t>
            </a:r>
          </a:p>
          <a:p>
            <a:r>
              <a:rPr lang="en-US" dirty="0">
                <a:solidFill>
                  <a:srgbClr val="3366CC"/>
                </a:solidFill>
              </a:rPr>
              <a:t>Dept. of </a:t>
            </a:r>
            <a:r>
              <a:rPr lang="en-US" dirty="0" err="1">
                <a:solidFill>
                  <a:srgbClr val="3366CC"/>
                </a:solidFill>
              </a:rPr>
              <a:t>mca</a:t>
            </a:r>
            <a:endParaRPr lang="en-US" dirty="0">
              <a:solidFill>
                <a:srgbClr val="3366CC"/>
              </a:solidFill>
            </a:endParaRPr>
          </a:p>
          <a:p>
            <a:pPr lvl="1"/>
            <a:r>
              <a:rPr lang="en-US" dirty="0">
                <a:solidFill>
                  <a:srgbClr val="3366CC"/>
                </a:solidFill>
              </a:rPr>
              <a:t>9007223301</a:t>
            </a:r>
          </a:p>
          <a:p>
            <a:pPr lvl="1"/>
            <a:r>
              <a:rPr lang="en-US" dirty="0">
                <a:solidFill>
                  <a:srgbClr val="3366CC"/>
                </a:solidFill>
              </a:rPr>
              <a:t>rachaitadutta@my.amrita.edu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82850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{B98133CB-3674-4F35-B50A-DE48D38308D6}tf11964407_win32</Template>
  <TotalTime>27349</TotalTime>
  <Words>45</Words>
  <Application>Microsoft Office PowerPoint</Application>
  <PresentationFormat>Widescreen</PresentationFormat>
  <Paragraphs>22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Courier New</vt:lpstr>
      <vt:lpstr>Gill Sans Nova Light</vt:lpstr>
      <vt:lpstr>Sagona Book</vt:lpstr>
      <vt:lpstr>Custom</vt:lpstr>
      <vt:lpstr>Data Execution Prevention  &amp; Address Space Layout Randomization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Rachaita Dutta</dc:creator>
  <cp:lastModifiedBy>Rachaita Dutta</cp:lastModifiedBy>
  <cp:revision>1</cp:revision>
  <dcterms:created xsi:type="dcterms:W3CDTF">2025-07-21T05:05:59Z</dcterms:created>
  <dcterms:modified xsi:type="dcterms:W3CDTF">2025-11-05T11:18:05Z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