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7" r:id="rId5"/>
    <p:sldId id="308" r:id="rId6"/>
    <p:sldId id="318" r:id="rId7"/>
    <p:sldId id="319" r:id="rId8"/>
    <p:sldId id="320" r:id="rId9"/>
    <p:sldId id="321" r:id="rId10"/>
    <p:sldId id="322" r:id="rId11"/>
    <p:sldId id="323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199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299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3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4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5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696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795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5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5" userDrawn="1">
          <p15:clr>
            <a:srgbClr val="A4A3A4"/>
          </p15:clr>
        </p15:guide>
        <p15:guide id="4" orient="horz" pos="2310" userDrawn="1">
          <p15:clr>
            <a:srgbClr val="A4A3A4"/>
          </p15:clr>
        </p15:guide>
        <p15:guide id="5" orient="horz" pos="1943" userDrawn="1">
          <p15:clr>
            <a:srgbClr val="A4A3A4"/>
          </p15:clr>
        </p15:guide>
        <p15:guide id="6" orient="horz" pos="23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3665"/>
    <a:srgbClr val="442DEF"/>
    <a:srgbClr val="7D0B47"/>
    <a:srgbClr val="831105"/>
    <a:srgbClr val="477D58"/>
    <a:srgbClr val="961289"/>
    <a:srgbClr val="A69516"/>
    <a:srgbClr val="2F913F"/>
    <a:srgbClr val="F0D614"/>
    <a:srgbClr val="4A8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48C070-8FD5-4DEE-9E25-0D2A0DA00BBD}" v="13" dt="2025-09-15T09:29:04.751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0" d="100"/>
          <a:sy n="70" d="100"/>
        </p:scale>
        <p:origin x="536" y="68"/>
      </p:cViewPr>
      <p:guideLst>
        <p:guide orient="horz" pos="525"/>
        <p:guide pos="3864"/>
        <p:guide orient="horz" pos="1275"/>
        <p:guide orient="horz" pos="2310"/>
        <p:guide orient="horz" pos="1943"/>
        <p:guide orient="horz" pos="2325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aita Dutta" userId="f22006c0bb25b989" providerId="LiveId" clId="{43D6A120-8338-4105-B7EE-91FFC40EFF88}"/>
    <pc:docChg chg="undo custSel addSld delSld modSld sldOrd">
      <pc:chgData name="Rachaita Dutta" userId="f22006c0bb25b989" providerId="LiveId" clId="{43D6A120-8338-4105-B7EE-91FFC40EFF88}" dt="2025-07-22T12:12:13.239" v="6452" actId="478"/>
      <pc:docMkLst>
        <pc:docMk/>
      </pc:docMkLst>
      <pc:sldChg chg="del">
        <pc:chgData name="Rachaita Dutta" userId="f22006c0bb25b989" providerId="LiveId" clId="{43D6A120-8338-4105-B7EE-91FFC40EFF88}" dt="2025-07-21T10:34:23.490" v="4561" actId="47"/>
        <pc:sldMkLst>
          <pc:docMk/>
          <pc:sldMk cId="1096717490" sldId="263"/>
        </pc:sldMkLst>
      </pc:sldChg>
      <pc:sldChg chg="addSp delSp modSp del mod">
        <pc:chgData name="Rachaita Dutta" userId="f22006c0bb25b989" providerId="LiveId" clId="{43D6A120-8338-4105-B7EE-91FFC40EFF88}" dt="2025-07-21T06:01:38.910" v="823" actId="47"/>
        <pc:sldMkLst>
          <pc:docMk/>
          <pc:sldMk cId="520000563" sldId="278"/>
        </pc:sldMkLst>
      </pc:sldChg>
      <pc:sldChg chg="modSp mod">
        <pc:chgData name="Rachaita Dutta" userId="f22006c0bb25b989" providerId="LiveId" clId="{43D6A120-8338-4105-B7EE-91FFC40EFF88}" dt="2025-07-21T05:21:55.904" v="262" actId="207"/>
        <pc:sldMkLst>
          <pc:docMk/>
          <pc:sldMk cId="586478555" sldId="307"/>
        </pc:sldMkLst>
      </pc:sldChg>
      <pc:sldChg chg="addSp delSp modSp mod">
        <pc:chgData name="Rachaita Dutta" userId="f22006c0bb25b989" providerId="LiveId" clId="{43D6A120-8338-4105-B7EE-91FFC40EFF88}" dt="2025-07-21T05:49:35.811" v="808" actId="115"/>
        <pc:sldMkLst>
          <pc:docMk/>
          <pc:sldMk cId="2222324472" sldId="308"/>
        </pc:sldMkLst>
      </pc:sldChg>
      <pc:sldChg chg="addSp delSp modSp mod">
        <pc:chgData name="Rachaita Dutta" userId="f22006c0bb25b989" providerId="LiveId" clId="{43D6A120-8338-4105-B7EE-91FFC40EFF88}" dt="2025-07-21T09:49:56.584" v="3768" actId="207"/>
        <pc:sldMkLst>
          <pc:docMk/>
          <pc:sldMk cId="1966913227" sldId="309"/>
        </pc:sldMkLst>
      </pc:sldChg>
      <pc:sldChg chg="del">
        <pc:chgData name="Rachaita Dutta" userId="f22006c0bb25b989" providerId="LiveId" clId="{43D6A120-8338-4105-B7EE-91FFC40EFF88}" dt="2025-07-21T10:34:38.371" v="4564" actId="47"/>
        <pc:sldMkLst>
          <pc:docMk/>
          <pc:sldMk cId="4230106960" sldId="310"/>
        </pc:sldMkLst>
      </pc:sldChg>
      <pc:sldChg chg="del">
        <pc:chgData name="Rachaita Dutta" userId="f22006c0bb25b989" providerId="LiveId" clId="{43D6A120-8338-4105-B7EE-91FFC40EFF88}" dt="2025-07-21T10:34:35.464" v="4563" actId="47"/>
        <pc:sldMkLst>
          <pc:docMk/>
          <pc:sldMk cId="3748348926" sldId="311"/>
        </pc:sldMkLst>
      </pc:sldChg>
      <pc:sldChg chg="del">
        <pc:chgData name="Rachaita Dutta" userId="f22006c0bb25b989" providerId="LiveId" clId="{43D6A120-8338-4105-B7EE-91FFC40EFF88}" dt="2025-07-21T08:06:27.501" v="1837" actId="47"/>
        <pc:sldMkLst>
          <pc:docMk/>
          <pc:sldMk cId="859909800" sldId="312"/>
        </pc:sldMkLst>
      </pc:sldChg>
      <pc:sldChg chg="del">
        <pc:chgData name="Rachaita Dutta" userId="f22006c0bb25b989" providerId="LiveId" clId="{43D6A120-8338-4105-B7EE-91FFC40EFF88}" dt="2025-07-21T10:34:30.271" v="4562" actId="47"/>
        <pc:sldMkLst>
          <pc:docMk/>
          <pc:sldMk cId="4132147533" sldId="314"/>
        </pc:sldMkLst>
      </pc:sldChg>
      <pc:sldChg chg="addSp delSp modSp mod ord">
        <pc:chgData name="Rachaita Dutta" userId="f22006c0bb25b989" providerId="LiveId" clId="{43D6A120-8338-4105-B7EE-91FFC40EFF88}" dt="2025-07-22T12:11:09.419" v="6444"/>
        <pc:sldMkLst>
          <pc:docMk/>
          <pc:sldMk cId="3064996118" sldId="315"/>
        </pc:sldMkLst>
      </pc:sldChg>
      <pc:sldChg chg="addSp delSp modSp mod">
        <pc:chgData name="Rachaita Dutta" userId="f22006c0bb25b989" providerId="LiveId" clId="{43D6A120-8338-4105-B7EE-91FFC40EFF88}" dt="2025-07-22T12:10:04.159" v="6436" actId="14100"/>
        <pc:sldMkLst>
          <pc:docMk/>
          <pc:sldMk cId="537809529" sldId="316"/>
        </pc:sldMkLst>
      </pc:sldChg>
      <pc:sldChg chg="addSp delSp modSp add mod">
        <pc:chgData name="Rachaita Dutta" userId="f22006c0bb25b989" providerId="LiveId" clId="{43D6A120-8338-4105-B7EE-91FFC40EFF88}" dt="2025-07-21T08:34:22.133" v="2695" actId="14100"/>
        <pc:sldMkLst>
          <pc:docMk/>
          <pc:sldMk cId="882450772" sldId="318"/>
        </pc:sldMkLst>
      </pc:sldChg>
      <pc:sldChg chg="delSp add del mod">
        <pc:chgData name="Rachaita Dutta" userId="f22006c0bb25b989" providerId="LiveId" clId="{43D6A120-8338-4105-B7EE-91FFC40EFF88}" dt="2025-07-21T09:52:07.663" v="3770" actId="47"/>
        <pc:sldMkLst>
          <pc:docMk/>
          <pc:sldMk cId="2715172811" sldId="319"/>
        </pc:sldMkLst>
      </pc:sldChg>
      <pc:sldChg chg="modSp add mod">
        <pc:chgData name="Rachaita Dutta" userId="f22006c0bb25b989" providerId="LiveId" clId="{43D6A120-8338-4105-B7EE-91FFC40EFF88}" dt="2025-07-21T10:35:23.442" v="4616" actId="20577"/>
        <pc:sldMkLst>
          <pc:docMk/>
          <pc:sldMk cId="1207166195" sldId="320"/>
        </pc:sldMkLst>
      </pc:sldChg>
      <pc:sldChg chg="addSp modSp add mod">
        <pc:chgData name="Rachaita Dutta" userId="f22006c0bb25b989" providerId="LiveId" clId="{43D6A120-8338-4105-B7EE-91FFC40EFF88}" dt="2025-07-21T17:38:24.212" v="5781" actId="1038"/>
        <pc:sldMkLst>
          <pc:docMk/>
          <pc:sldMk cId="710943388" sldId="321"/>
        </pc:sldMkLst>
      </pc:sldChg>
      <pc:sldChg chg="addSp delSp modSp add mod ord">
        <pc:chgData name="Rachaita Dutta" userId="f22006c0bb25b989" providerId="LiveId" clId="{43D6A120-8338-4105-B7EE-91FFC40EFF88}" dt="2025-07-22T12:11:36.175" v="6447"/>
        <pc:sldMkLst>
          <pc:docMk/>
          <pc:sldMk cId="3068126258" sldId="322"/>
        </pc:sldMkLst>
      </pc:sldChg>
      <pc:sldChg chg="delSp modSp add mod">
        <pc:chgData name="Rachaita Dutta" userId="f22006c0bb25b989" providerId="LiveId" clId="{43D6A120-8338-4105-B7EE-91FFC40EFF88}" dt="2025-07-22T12:12:13.239" v="6452" actId="478"/>
        <pc:sldMkLst>
          <pc:docMk/>
          <pc:sldMk cId="1906506350" sldId="323"/>
        </pc:sldMkLst>
      </pc:sldChg>
    </pc:docChg>
  </pc:docChgLst>
  <pc:docChgLst>
    <pc:chgData name="Rachaita Dutta" userId="f22006c0bb25b989" providerId="LiveId" clId="{0FBB7983-2134-4D35-8BA0-D5569169BFB1}"/>
    <pc:docChg chg="undo custSel addSld modSld">
      <pc:chgData name="Rachaita Dutta" userId="f22006c0bb25b989" providerId="LiveId" clId="{0FBB7983-2134-4D35-8BA0-D5569169BFB1}" dt="2025-07-25T05:21:39.755" v="2515" actId="1076"/>
      <pc:docMkLst>
        <pc:docMk/>
      </pc:docMkLst>
      <pc:sldChg chg="modSp mod">
        <pc:chgData name="Rachaita Dutta" userId="f22006c0bb25b989" providerId="LiveId" clId="{0FBB7983-2134-4D35-8BA0-D5569169BFB1}" dt="2025-07-23T14:08:32.415" v="2484" actId="207"/>
        <pc:sldMkLst>
          <pc:docMk/>
          <pc:sldMk cId="2188828507" sldId="304"/>
        </pc:sldMkLst>
      </pc:sldChg>
      <pc:sldChg chg="addSp delSp modSp mod">
        <pc:chgData name="Rachaita Dutta" userId="f22006c0bb25b989" providerId="LiveId" clId="{0FBB7983-2134-4D35-8BA0-D5569169BFB1}" dt="2025-07-25T04:18:08.219" v="2506" actId="1076"/>
        <pc:sldMkLst>
          <pc:docMk/>
          <pc:sldMk cId="3064996118" sldId="315"/>
        </pc:sldMkLst>
      </pc:sldChg>
      <pc:sldChg chg="addSp modSp mod">
        <pc:chgData name="Rachaita Dutta" userId="f22006c0bb25b989" providerId="LiveId" clId="{0FBB7983-2134-4D35-8BA0-D5569169BFB1}" dt="2025-07-22T13:29:24.185" v="29" actId="20577"/>
        <pc:sldMkLst>
          <pc:docMk/>
          <pc:sldMk cId="537809529" sldId="316"/>
        </pc:sldMkLst>
      </pc:sldChg>
      <pc:sldChg chg="modSp mod">
        <pc:chgData name="Rachaita Dutta" userId="f22006c0bb25b989" providerId="LiveId" clId="{0FBB7983-2134-4D35-8BA0-D5569169BFB1}" dt="2025-07-22T13:47:57.367" v="253" actId="20577"/>
        <pc:sldMkLst>
          <pc:docMk/>
          <pc:sldMk cId="710943388" sldId="321"/>
        </pc:sldMkLst>
      </pc:sldChg>
      <pc:sldChg chg="addSp delSp modSp mod">
        <pc:chgData name="Rachaita Dutta" userId="f22006c0bb25b989" providerId="LiveId" clId="{0FBB7983-2134-4D35-8BA0-D5569169BFB1}" dt="2025-07-22T14:55:10.856" v="1119" actId="1035"/>
        <pc:sldMkLst>
          <pc:docMk/>
          <pc:sldMk cId="1906506350" sldId="323"/>
        </pc:sldMkLst>
      </pc:sldChg>
      <pc:sldChg chg="addSp delSp modSp add mod">
        <pc:chgData name="Rachaita Dutta" userId="f22006c0bb25b989" providerId="LiveId" clId="{0FBB7983-2134-4D35-8BA0-D5569169BFB1}" dt="2025-07-25T04:17:28.266" v="2500" actId="1076"/>
        <pc:sldMkLst>
          <pc:docMk/>
          <pc:sldMk cId="1974327970" sldId="324"/>
        </pc:sldMkLst>
      </pc:sldChg>
      <pc:sldChg chg="addSp delSp modSp new mod">
        <pc:chgData name="Rachaita Dutta" userId="f22006c0bb25b989" providerId="LiveId" clId="{0FBB7983-2134-4D35-8BA0-D5569169BFB1}" dt="2025-07-25T05:21:39.755" v="2515" actId="1076"/>
        <pc:sldMkLst>
          <pc:docMk/>
          <pc:sldMk cId="2683570500" sldId="325"/>
        </pc:sldMkLst>
      </pc:sldChg>
    </pc:docChg>
  </pc:docChgLst>
  <pc:docChgLst>
    <pc:chgData name="Rachaita Dutta" userId="f22006c0bb25b989" providerId="LiveId" clId="{C9CC4FF0-0674-4239-A695-D4BB51F3ACF6}"/>
    <pc:docChg chg="undo custSel addSld delSld modSld modMainMaster modNotesMaster">
      <pc:chgData name="Rachaita Dutta" userId="f22006c0bb25b989" providerId="LiveId" clId="{C9CC4FF0-0674-4239-A695-D4BB51F3ACF6}" dt="2025-09-15T09:29:09.352" v="827" actId="14100"/>
      <pc:docMkLst>
        <pc:docMk/>
      </pc:docMkLst>
      <pc:sldChg chg="modSp modNotes">
        <pc:chgData name="Rachaita Dutta" userId="f22006c0bb25b989" providerId="LiveId" clId="{C9CC4FF0-0674-4239-A695-D4BB51F3ACF6}" dt="2025-09-12T17:01:20.260" v="630"/>
        <pc:sldMkLst>
          <pc:docMk/>
          <pc:sldMk cId="2188828507" sldId="304"/>
        </pc:sldMkLst>
        <pc:spChg chg="mod">
          <ac:chgData name="Rachaita Dutta" userId="f22006c0bb25b989" providerId="LiveId" clId="{C9CC4FF0-0674-4239-A695-D4BB51F3ACF6}" dt="2025-09-12T17:01:20.260" v="630"/>
          <ac:spMkLst>
            <pc:docMk/>
            <pc:sldMk cId="2188828507" sldId="304"/>
            <ac:spMk id="11" creationId="{C6DCC38C-603B-CCD0-2914-0BBCD4F4F74E}"/>
          </ac:spMkLst>
        </pc:spChg>
      </pc:sldChg>
      <pc:sldChg chg="addSp delSp modSp mod modNotes">
        <pc:chgData name="Rachaita Dutta" userId="f22006c0bb25b989" providerId="LiveId" clId="{C9CC4FF0-0674-4239-A695-D4BB51F3ACF6}" dt="2025-09-15T09:22:12.424" v="781" actId="14100"/>
        <pc:sldMkLst>
          <pc:docMk/>
          <pc:sldMk cId="2222324472" sldId="308"/>
        </pc:sldMkLst>
        <pc:picChg chg="add mod">
          <ac:chgData name="Rachaita Dutta" userId="f22006c0bb25b989" providerId="LiveId" clId="{C9CC4FF0-0674-4239-A695-D4BB51F3ACF6}" dt="2025-09-15T09:22:12.424" v="781" actId="14100"/>
          <ac:picMkLst>
            <pc:docMk/>
            <pc:sldMk cId="2222324472" sldId="308"/>
            <ac:picMk id="3" creationId="{1655C3E6-4AED-9B82-71A7-98395D7A13F0}"/>
          </ac:picMkLst>
        </pc:picChg>
        <pc:picChg chg="add del mod">
          <ac:chgData name="Rachaita Dutta" userId="f22006c0bb25b989" providerId="LiveId" clId="{C9CC4FF0-0674-4239-A695-D4BB51F3ACF6}" dt="2025-09-15T09:21:03.169" v="735" actId="478"/>
          <ac:picMkLst>
            <pc:docMk/>
            <pc:sldMk cId="2222324472" sldId="308"/>
            <ac:picMk id="7" creationId="{6C41EFBC-7DFC-0780-98C6-8B28503351F2}"/>
          </ac:picMkLst>
        </pc:picChg>
        <pc:picChg chg="add del mod">
          <ac:chgData name="Rachaita Dutta" userId="f22006c0bb25b989" providerId="LiveId" clId="{C9CC4FF0-0674-4239-A695-D4BB51F3ACF6}" dt="2025-09-15T09:21:04.561" v="736" actId="478"/>
          <ac:picMkLst>
            <pc:docMk/>
            <pc:sldMk cId="2222324472" sldId="308"/>
            <ac:picMk id="8" creationId="{B70A3EF5-752C-B48F-627D-E7CAB697157F}"/>
          </ac:picMkLst>
        </pc:picChg>
      </pc:sldChg>
      <pc:sldChg chg="modSp mod modNotes">
        <pc:chgData name="Rachaita Dutta" userId="f22006c0bb25b989" providerId="LiveId" clId="{C9CC4FF0-0674-4239-A695-D4BB51F3ACF6}" dt="2025-09-15T09:21:29.648" v="774" actId="20577"/>
        <pc:sldMkLst>
          <pc:docMk/>
          <pc:sldMk cId="1338167130" sldId="317"/>
        </pc:sldMkLst>
        <pc:spChg chg="mod">
          <ac:chgData name="Rachaita Dutta" userId="f22006c0bb25b989" providerId="LiveId" clId="{C9CC4FF0-0674-4239-A695-D4BB51F3ACF6}" dt="2025-09-15T09:21:29.648" v="774" actId="20577"/>
          <ac:spMkLst>
            <pc:docMk/>
            <pc:sldMk cId="1338167130" sldId="317"/>
            <ac:spMk id="3" creationId="{B45A4A65-E8B8-40CF-7ABD-97EA8FA97521}"/>
          </ac:spMkLst>
        </pc:spChg>
      </pc:sldChg>
      <pc:sldChg chg="addSp delSp modSp add mod">
        <pc:chgData name="Rachaita Dutta" userId="f22006c0bb25b989" providerId="LiveId" clId="{C9CC4FF0-0674-4239-A695-D4BB51F3ACF6}" dt="2025-09-15T09:23:23.126" v="790" actId="14100"/>
        <pc:sldMkLst>
          <pc:docMk/>
          <pc:sldMk cId="1260377038" sldId="318"/>
        </pc:sldMkLst>
        <pc:picChg chg="del">
          <ac:chgData name="Rachaita Dutta" userId="f22006c0bb25b989" providerId="LiveId" clId="{C9CC4FF0-0674-4239-A695-D4BB51F3ACF6}" dt="2025-09-15T09:22:44.240" v="783" actId="478"/>
          <ac:picMkLst>
            <pc:docMk/>
            <pc:sldMk cId="1260377038" sldId="318"/>
            <ac:picMk id="3" creationId="{71581302-77C3-9361-7071-441A0B616BFC}"/>
          </ac:picMkLst>
        </pc:picChg>
        <pc:picChg chg="add mod">
          <ac:chgData name="Rachaita Dutta" userId="f22006c0bb25b989" providerId="LiveId" clId="{C9CC4FF0-0674-4239-A695-D4BB51F3ACF6}" dt="2025-09-15T09:23:23.126" v="790" actId="14100"/>
          <ac:picMkLst>
            <pc:docMk/>
            <pc:sldMk cId="1260377038" sldId="318"/>
            <ac:picMk id="4" creationId="{D58B1A02-7F7C-FEFE-DB38-8E4DC9DA637E}"/>
          </ac:picMkLst>
        </pc:picChg>
      </pc:sldChg>
      <pc:sldChg chg="addSp delSp modSp del mod">
        <pc:chgData name="Rachaita Dutta" userId="f22006c0bb25b989" providerId="LiveId" clId="{C9CC4FF0-0674-4239-A695-D4BB51F3ACF6}" dt="2025-09-15T09:20:59.397" v="729" actId="47"/>
        <pc:sldMkLst>
          <pc:docMk/>
          <pc:sldMk cId="1546461221" sldId="318"/>
        </pc:sldMkLst>
      </pc:sldChg>
      <pc:sldChg chg="addSp delSp modSp del mod">
        <pc:chgData name="Rachaita Dutta" userId="f22006c0bb25b989" providerId="LiveId" clId="{C9CC4FF0-0674-4239-A695-D4BB51F3ACF6}" dt="2025-09-15T09:20:59.548" v="730" actId="47"/>
        <pc:sldMkLst>
          <pc:docMk/>
          <pc:sldMk cId="451311901" sldId="319"/>
        </pc:sldMkLst>
      </pc:sldChg>
      <pc:sldChg chg="addSp delSp modSp add mod">
        <pc:chgData name="Rachaita Dutta" userId="f22006c0bb25b989" providerId="LiveId" clId="{C9CC4FF0-0674-4239-A695-D4BB51F3ACF6}" dt="2025-09-15T09:23:55.722" v="799" actId="14100"/>
        <pc:sldMkLst>
          <pc:docMk/>
          <pc:sldMk cId="2894896931" sldId="319"/>
        </pc:sldMkLst>
        <pc:picChg chg="del">
          <ac:chgData name="Rachaita Dutta" userId="f22006c0bb25b989" providerId="LiveId" clId="{C9CC4FF0-0674-4239-A695-D4BB51F3ACF6}" dt="2025-09-15T09:23:27.348" v="792" actId="478"/>
          <ac:picMkLst>
            <pc:docMk/>
            <pc:sldMk cId="2894896931" sldId="319"/>
            <ac:picMk id="3" creationId="{659EB7BD-1746-C767-32AE-B6E82FB0217E}"/>
          </ac:picMkLst>
        </pc:picChg>
        <pc:picChg chg="add mod">
          <ac:chgData name="Rachaita Dutta" userId="f22006c0bb25b989" providerId="LiveId" clId="{C9CC4FF0-0674-4239-A695-D4BB51F3ACF6}" dt="2025-09-15T09:23:55.722" v="799" actId="14100"/>
          <ac:picMkLst>
            <pc:docMk/>
            <pc:sldMk cId="2894896931" sldId="319"/>
            <ac:picMk id="4" creationId="{09F5B46D-295D-2981-FE7E-48271FC69B62}"/>
          </ac:picMkLst>
        </pc:picChg>
      </pc:sldChg>
      <pc:sldChg chg="addSp delSp modSp add mod">
        <pc:chgData name="Rachaita Dutta" userId="f22006c0bb25b989" providerId="LiveId" clId="{C9CC4FF0-0674-4239-A695-D4BB51F3ACF6}" dt="2025-09-15T09:24:46.743" v="808" actId="14100"/>
        <pc:sldMkLst>
          <pc:docMk/>
          <pc:sldMk cId="2005673557" sldId="320"/>
        </pc:sldMkLst>
        <pc:picChg chg="del">
          <ac:chgData name="Rachaita Dutta" userId="f22006c0bb25b989" providerId="LiveId" clId="{C9CC4FF0-0674-4239-A695-D4BB51F3ACF6}" dt="2025-09-15T09:24:02.126" v="801" actId="478"/>
          <ac:picMkLst>
            <pc:docMk/>
            <pc:sldMk cId="2005673557" sldId="320"/>
            <ac:picMk id="3" creationId="{5F1E4091-BF2A-0E24-71B7-E8633B416760}"/>
          </ac:picMkLst>
        </pc:picChg>
        <pc:picChg chg="add mod">
          <ac:chgData name="Rachaita Dutta" userId="f22006c0bb25b989" providerId="LiveId" clId="{C9CC4FF0-0674-4239-A695-D4BB51F3ACF6}" dt="2025-09-15T09:24:46.743" v="808" actId="14100"/>
          <ac:picMkLst>
            <pc:docMk/>
            <pc:sldMk cId="2005673557" sldId="320"/>
            <ac:picMk id="4" creationId="{2719C66D-3904-F3BD-A279-58E7889AED38}"/>
          </ac:picMkLst>
        </pc:picChg>
      </pc:sldChg>
      <pc:sldChg chg="addSp delSp modSp del mod">
        <pc:chgData name="Rachaita Dutta" userId="f22006c0bb25b989" providerId="LiveId" clId="{C9CC4FF0-0674-4239-A695-D4BB51F3ACF6}" dt="2025-09-15T09:20:59.706" v="731" actId="47"/>
        <pc:sldMkLst>
          <pc:docMk/>
          <pc:sldMk cId="3721023388" sldId="320"/>
        </pc:sldMkLst>
      </pc:sldChg>
      <pc:sldChg chg="addSp delSp modSp add mod">
        <pc:chgData name="Rachaita Dutta" userId="f22006c0bb25b989" providerId="LiveId" clId="{C9CC4FF0-0674-4239-A695-D4BB51F3ACF6}" dt="2025-09-15T09:28:24.002" v="817" actId="478"/>
        <pc:sldMkLst>
          <pc:docMk/>
          <pc:sldMk cId="272756157" sldId="321"/>
        </pc:sldMkLst>
        <pc:picChg chg="del">
          <ac:chgData name="Rachaita Dutta" userId="f22006c0bb25b989" providerId="LiveId" clId="{C9CC4FF0-0674-4239-A695-D4BB51F3ACF6}" dt="2025-09-15T09:24:55.464" v="810" actId="478"/>
          <ac:picMkLst>
            <pc:docMk/>
            <pc:sldMk cId="272756157" sldId="321"/>
            <ac:picMk id="3" creationId="{98C52C9A-0953-BDD9-8F01-F3401988EC9D}"/>
          </ac:picMkLst>
        </pc:picChg>
        <pc:picChg chg="add mod">
          <ac:chgData name="Rachaita Dutta" userId="f22006c0bb25b989" providerId="LiveId" clId="{C9CC4FF0-0674-4239-A695-D4BB51F3ACF6}" dt="2025-09-15T09:25:17.396" v="815" actId="14100"/>
          <ac:picMkLst>
            <pc:docMk/>
            <pc:sldMk cId="272756157" sldId="321"/>
            <ac:picMk id="4" creationId="{839E24DE-A7B6-F432-5675-5A4B5A9FBFC3}"/>
          </ac:picMkLst>
        </pc:picChg>
        <pc:picChg chg="add del">
          <ac:chgData name="Rachaita Dutta" userId="f22006c0bb25b989" providerId="LiveId" clId="{C9CC4FF0-0674-4239-A695-D4BB51F3ACF6}" dt="2025-09-15T09:28:24.002" v="817" actId="478"/>
          <ac:picMkLst>
            <pc:docMk/>
            <pc:sldMk cId="272756157" sldId="321"/>
            <ac:picMk id="6" creationId="{F2CC75D7-B29F-4F6F-B67D-216802CC3306}"/>
          </ac:picMkLst>
        </pc:picChg>
      </pc:sldChg>
      <pc:sldChg chg="addSp delSp modSp del mod">
        <pc:chgData name="Rachaita Dutta" userId="f22006c0bb25b989" providerId="LiveId" clId="{C9CC4FF0-0674-4239-A695-D4BB51F3ACF6}" dt="2025-09-15T09:20:59.819" v="732" actId="47"/>
        <pc:sldMkLst>
          <pc:docMk/>
          <pc:sldMk cId="3068123038" sldId="321"/>
        </pc:sldMkLst>
      </pc:sldChg>
      <pc:sldChg chg="addSp delSp modSp del mod">
        <pc:chgData name="Rachaita Dutta" userId="f22006c0bb25b989" providerId="LiveId" clId="{C9CC4FF0-0674-4239-A695-D4BB51F3ACF6}" dt="2025-09-15T09:20:59.969" v="733" actId="47"/>
        <pc:sldMkLst>
          <pc:docMk/>
          <pc:sldMk cId="87813908" sldId="322"/>
        </pc:sldMkLst>
      </pc:sldChg>
      <pc:sldChg chg="addSp delSp modSp add mod">
        <pc:chgData name="Rachaita Dutta" userId="f22006c0bb25b989" providerId="LiveId" clId="{C9CC4FF0-0674-4239-A695-D4BB51F3ACF6}" dt="2025-09-15T09:28:47.215" v="822" actId="14100"/>
        <pc:sldMkLst>
          <pc:docMk/>
          <pc:sldMk cId="3969788080" sldId="322"/>
        </pc:sldMkLst>
        <pc:picChg chg="add mod">
          <ac:chgData name="Rachaita Dutta" userId="f22006c0bb25b989" providerId="LiveId" clId="{C9CC4FF0-0674-4239-A695-D4BB51F3ACF6}" dt="2025-09-15T09:28:47.215" v="822" actId="14100"/>
          <ac:picMkLst>
            <pc:docMk/>
            <pc:sldMk cId="3969788080" sldId="322"/>
            <ac:picMk id="3" creationId="{71F03074-662C-8D1D-8720-DE6AD326CA1A}"/>
          </ac:picMkLst>
        </pc:picChg>
        <pc:picChg chg="del">
          <ac:chgData name="Rachaita Dutta" userId="f22006c0bb25b989" providerId="LiveId" clId="{C9CC4FF0-0674-4239-A695-D4BB51F3ACF6}" dt="2025-09-15T09:28:31.595" v="819" actId="478"/>
          <ac:picMkLst>
            <pc:docMk/>
            <pc:sldMk cId="3969788080" sldId="322"/>
            <ac:picMk id="4" creationId="{F63726E6-A982-C59E-2845-14CEA871D255}"/>
          </ac:picMkLst>
        </pc:picChg>
      </pc:sldChg>
      <pc:sldChg chg="addSp delSp modSp del mod">
        <pc:chgData name="Rachaita Dutta" userId="f22006c0bb25b989" providerId="LiveId" clId="{C9CC4FF0-0674-4239-A695-D4BB51F3ACF6}" dt="2025-09-15T09:21:00.152" v="734" actId="47"/>
        <pc:sldMkLst>
          <pc:docMk/>
          <pc:sldMk cId="972914108" sldId="323"/>
        </pc:sldMkLst>
      </pc:sldChg>
      <pc:sldChg chg="addSp delSp modSp add mod">
        <pc:chgData name="Rachaita Dutta" userId="f22006c0bb25b989" providerId="LiveId" clId="{C9CC4FF0-0674-4239-A695-D4BB51F3ACF6}" dt="2025-09-15T09:29:09.352" v="827" actId="14100"/>
        <pc:sldMkLst>
          <pc:docMk/>
          <pc:sldMk cId="4181183361" sldId="323"/>
        </pc:sldMkLst>
        <pc:picChg chg="add mod">
          <ac:chgData name="Rachaita Dutta" userId="f22006c0bb25b989" providerId="LiveId" clId="{C9CC4FF0-0674-4239-A695-D4BB51F3ACF6}" dt="2025-09-15T09:29:09.352" v="827" actId="14100"/>
          <ac:picMkLst>
            <pc:docMk/>
            <pc:sldMk cId="4181183361" sldId="323"/>
            <ac:picMk id="3" creationId="{C27E7C30-3059-EA40-7A6F-6690FD30CC06}"/>
          </ac:picMkLst>
        </pc:picChg>
        <pc:picChg chg="del">
          <ac:chgData name="Rachaita Dutta" userId="f22006c0bb25b989" providerId="LiveId" clId="{C9CC4FF0-0674-4239-A695-D4BB51F3ACF6}" dt="2025-09-15T09:28:54.068" v="824" actId="478"/>
          <ac:picMkLst>
            <pc:docMk/>
            <pc:sldMk cId="4181183361" sldId="323"/>
            <ac:picMk id="4" creationId="{028EB396-F7BD-2654-8787-2AB5E47200EC}"/>
          </ac:picMkLst>
        </pc:picChg>
      </pc:sldChg>
      <pc:sldChg chg="delSp modSp del mod">
        <pc:chgData name="Rachaita Dutta" userId="f22006c0bb25b989" providerId="LiveId" clId="{C9CC4FF0-0674-4239-A695-D4BB51F3ACF6}" dt="2025-09-12T17:21:42.118" v="728" actId="47"/>
        <pc:sldMkLst>
          <pc:docMk/>
          <pc:sldMk cId="780421723" sldId="324"/>
        </pc:sldMkLst>
      </pc:sldChg>
      <pc:sldChg chg="delSp modSp del mod">
        <pc:chgData name="Rachaita Dutta" userId="f22006c0bb25b989" providerId="LiveId" clId="{C9CC4FF0-0674-4239-A695-D4BB51F3ACF6}" dt="2025-09-12T17:21:39.777" v="727" actId="47"/>
        <pc:sldMkLst>
          <pc:docMk/>
          <pc:sldMk cId="2770397835" sldId="325"/>
        </pc:sldMkLst>
      </pc:sldChg>
      <pc:sldChg chg="delSp modSp del mod">
        <pc:chgData name="Rachaita Dutta" userId="f22006c0bb25b989" providerId="LiveId" clId="{C9CC4FF0-0674-4239-A695-D4BB51F3ACF6}" dt="2025-09-12T17:07:07.602" v="668" actId="47"/>
        <pc:sldMkLst>
          <pc:docMk/>
          <pc:sldMk cId="1161767987" sldId="326"/>
        </pc:sldMkLst>
      </pc:sldChg>
      <pc:sldChg chg="modSp del">
        <pc:chgData name="Rachaita Dutta" userId="f22006c0bb25b989" providerId="LiveId" clId="{C9CC4FF0-0674-4239-A695-D4BB51F3ACF6}" dt="2025-09-12T17:06:55.692" v="665" actId="47"/>
        <pc:sldMkLst>
          <pc:docMk/>
          <pc:sldMk cId="337053805" sldId="327"/>
        </pc:sldMkLst>
      </pc:sldChg>
      <pc:sldChg chg="modSp del">
        <pc:chgData name="Rachaita Dutta" userId="f22006c0bb25b989" providerId="LiveId" clId="{C9CC4FF0-0674-4239-A695-D4BB51F3ACF6}" dt="2025-09-12T17:06:56.569" v="666" actId="47"/>
        <pc:sldMkLst>
          <pc:docMk/>
          <pc:sldMk cId="1166248074" sldId="328"/>
        </pc:sldMkLst>
      </pc:sldChg>
      <pc:sldChg chg="modSp del">
        <pc:chgData name="Rachaita Dutta" userId="f22006c0bb25b989" providerId="LiveId" clId="{C9CC4FF0-0674-4239-A695-D4BB51F3ACF6}" dt="2025-09-12T17:06:57.451" v="667" actId="47"/>
        <pc:sldMkLst>
          <pc:docMk/>
          <pc:sldMk cId="1659295578" sldId="329"/>
        </pc:sldMkLst>
      </pc:sldChg>
      <pc:sldChg chg="modSp del">
        <pc:chgData name="Rachaita Dutta" userId="f22006c0bb25b989" providerId="LiveId" clId="{C9CC4FF0-0674-4239-A695-D4BB51F3ACF6}" dt="2025-09-12T17:07:08.885" v="669" actId="47"/>
        <pc:sldMkLst>
          <pc:docMk/>
          <pc:sldMk cId="3232033403" sldId="330"/>
        </pc:sldMkLst>
      </pc:sldChg>
      <pc:sldChg chg="modSp del mod">
        <pc:chgData name="Rachaita Dutta" userId="f22006c0bb25b989" providerId="LiveId" clId="{C9CC4FF0-0674-4239-A695-D4BB51F3ACF6}" dt="2025-09-12T17:07:09.572" v="670" actId="47"/>
        <pc:sldMkLst>
          <pc:docMk/>
          <pc:sldMk cId="3252665657" sldId="331"/>
        </pc:sldMkLst>
      </pc:sldChg>
      <pc:sldChg chg="modSp add del mod">
        <pc:chgData name="Rachaita Dutta" userId="f22006c0bb25b989" providerId="LiveId" clId="{C9CC4FF0-0674-4239-A695-D4BB51F3ACF6}" dt="2025-09-12T17:07:10.387" v="671" actId="47"/>
        <pc:sldMkLst>
          <pc:docMk/>
          <pc:sldMk cId="1182911439" sldId="332"/>
        </pc:sldMkLst>
      </pc:sldChg>
      <pc:sldChg chg="modSp add del mod">
        <pc:chgData name="Rachaita Dutta" userId="f22006c0bb25b989" providerId="LiveId" clId="{C9CC4FF0-0674-4239-A695-D4BB51F3ACF6}" dt="2025-09-12T17:07:11.586" v="672" actId="47"/>
        <pc:sldMkLst>
          <pc:docMk/>
          <pc:sldMk cId="1864384467" sldId="333"/>
        </pc:sldMkLst>
      </pc:sldChg>
      <pc:sldChg chg="modSp add del mod">
        <pc:chgData name="Rachaita Dutta" userId="f22006c0bb25b989" providerId="LiveId" clId="{C9CC4FF0-0674-4239-A695-D4BB51F3ACF6}" dt="2025-09-12T17:07:12.381" v="673" actId="47"/>
        <pc:sldMkLst>
          <pc:docMk/>
          <pc:sldMk cId="3195720127" sldId="334"/>
        </pc:sldMkLst>
      </pc:sldChg>
      <pc:sldMasterChg chg="modSp modSldLayout">
        <pc:chgData name="Rachaita Dutta" userId="f22006c0bb25b989" providerId="LiveId" clId="{C9CC4FF0-0674-4239-A695-D4BB51F3ACF6}" dt="2025-09-12T17:01:20.260" v="630"/>
        <pc:sldMasterMkLst>
          <pc:docMk/>
          <pc:sldMasterMk cId="1636003154" sldId="2147483648"/>
        </pc:sldMasterMkLst>
        <pc:spChg chg="mod">
          <ac:chgData name="Rachaita Dutta" userId="f22006c0bb25b989" providerId="LiveId" clId="{C9CC4FF0-0674-4239-A695-D4BB51F3ACF6}" dt="2025-09-12T17:01:20.260" v="630"/>
          <ac:spMkLst>
            <pc:docMk/>
            <pc:sldMasterMk cId="1636003154" sldId="2147483648"/>
            <ac:spMk id="2" creationId="{FF3B57D9-86AF-A333-72B5-F387677E3366}"/>
          </ac:spMkLst>
        </pc:spChg>
        <pc:spChg chg="mod">
          <ac:chgData name="Rachaita Dutta" userId="f22006c0bb25b989" providerId="LiveId" clId="{C9CC4FF0-0674-4239-A695-D4BB51F3ACF6}" dt="2025-09-12T17:01:20.260" v="630"/>
          <ac:spMkLst>
            <pc:docMk/>
            <pc:sldMasterMk cId="1636003154" sldId="2147483648"/>
            <ac:spMk id="3" creationId="{6716097B-2AAF-BB62-EE1B-3B3DA29D35E4}"/>
          </ac:spMkLst>
        </pc:spChg>
        <pc:spChg chg="mod">
          <ac:chgData name="Rachaita Dutta" userId="f22006c0bb25b989" providerId="LiveId" clId="{C9CC4FF0-0674-4239-A695-D4BB51F3ACF6}" dt="2025-09-12T17:01:20.260" v="630"/>
          <ac:spMkLst>
            <pc:docMk/>
            <pc:sldMasterMk cId="1636003154" sldId="2147483648"/>
            <ac:spMk id="4" creationId="{40E44B38-E59B-D511-CC7B-CC87760C7CAA}"/>
          </ac:spMkLst>
        </pc:spChg>
        <pc:spChg chg="mod">
          <ac:chgData name="Rachaita Dutta" userId="f22006c0bb25b989" providerId="LiveId" clId="{C9CC4FF0-0674-4239-A695-D4BB51F3ACF6}" dt="2025-09-12T17:01:20.260" v="630"/>
          <ac:spMkLst>
            <pc:docMk/>
            <pc:sldMasterMk cId="1636003154" sldId="2147483648"/>
            <ac:spMk id="5" creationId="{64C4DA96-9345-993B-EDB3-7477F7A187E0}"/>
          </ac:spMkLst>
        </pc:spChg>
        <pc:spChg chg="mod">
          <ac:chgData name="Rachaita Dutta" userId="f22006c0bb25b989" providerId="LiveId" clId="{C9CC4FF0-0674-4239-A695-D4BB51F3ACF6}" dt="2025-09-12T17:01:20.260" v="630"/>
          <ac:spMkLst>
            <pc:docMk/>
            <pc:sldMasterMk cId="1636003154" sldId="2147483648"/>
            <ac:spMk id="6" creationId="{362B7E2D-2283-8730-5E1E-7F19B1CD941D}"/>
          </ac:spMkLst>
        </pc:spChg>
        <pc:cxnChg chg="mod">
          <ac:chgData name="Rachaita Dutta" userId="f22006c0bb25b989" providerId="LiveId" clId="{C9CC4FF0-0674-4239-A695-D4BB51F3ACF6}" dt="2025-09-12T17:01:20.260" v="630"/>
          <ac:cxnSpMkLst>
            <pc:docMk/>
            <pc:sldMasterMk cId="1636003154" sldId="2147483648"/>
            <ac:cxnSpMk id="8" creationId="{AA994521-4157-D242-5242-0C3BD99E8EA8}"/>
          </ac:cxnSpMkLst>
        </pc:cxn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2223444060" sldId="2147483651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23444060" sldId="2147483651"/>
              <ac:spMk id="3" creationId="{D24A04BE-9BA3-80DD-EE68-A8B8BA08532B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23444060" sldId="2147483651"/>
              <ac:spMk id="5" creationId="{1AA0A37B-4C20-7766-0623-4E06EA6A5C83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23444060" sldId="2147483651"/>
              <ac:spMk id="8" creationId="{852384F4-F6AD-F668-A66B-AEFD70995F3B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23444060" sldId="2147483651"/>
              <ac:spMk id="9" creationId="{83E1E65B-8F03-21A6-6A59-95F0691D8856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23444060" sldId="2147483651"/>
              <ac:spMk id="28" creationId="{9E4F6A04-3331-D4C7-3EAE-0F69B48A7C71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23444060" sldId="2147483651"/>
              <ac:spMk id="30" creationId="{0587ACFB-02E0-79F1-D5B0-E8B18598D688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021782729" sldId="2147483654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021782729" sldId="2147483654"/>
              <ac:spMk id="4" creationId="{FF76D2EA-2C6E-B0B2-DC0D-F9EF636E5856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021782729" sldId="2147483654"/>
              <ac:spMk id="5" creationId="{90315871-F40F-D512-8E3F-B40F36BD4224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021782729" sldId="2147483654"/>
              <ac:spMk id="6" creationId="{10C11C1A-EFCF-278A-D083-93F07D4DEA67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021782729" sldId="2147483654"/>
              <ac:spMk id="7" creationId="{5B1E4400-E511-F21B-0AFD-0D362BA52FF0}"/>
            </ac:spMkLst>
          </pc:spChg>
          <pc:grpChg chg="mod">
            <ac:chgData name="Rachaita Dutta" userId="f22006c0bb25b989" providerId="LiveId" clId="{C9CC4FF0-0674-4239-A695-D4BB51F3ACF6}" dt="2025-09-12T17:01:20.260" v="630"/>
            <ac:grpSpMkLst>
              <pc:docMk/>
              <pc:sldMasterMk cId="1636003154" sldId="2147483648"/>
              <pc:sldLayoutMk cId="3021782729" sldId="2147483654"/>
              <ac:grpSpMk id="3" creationId="{ADCC72F6-C144-5508-40C5-E1B3FC085B94}"/>
            </ac:grpSpMkLst>
          </pc:gr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429611174" sldId="2147483661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29611174" sldId="2147483661"/>
              <ac:spMk id="2" creationId="{867817C7-4A09-9188-0BD5-838E3AD61F1A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29611174" sldId="2147483661"/>
              <ac:spMk id="4" creationId="{2FE03F25-D589-68A8-30C7-175547B6A9EE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29611174" sldId="2147483661"/>
              <ac:spMk id="22" creationId="{83712F38-4391-A499-56E2-8F095A506D08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29611174" sldId="2147483661"/>
              <ac:spMk id="32" creationId="{ACAB76B7-8AE6-9FE8-3022-219618D5810C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29611174" sldId="2147483661"/>
              <ac:spMk id="52" creationId="{90FA743D-BDB5-4069-7325-E91CA7BC3ED7}"/>
            </ac:spMkLst>
          </pc:spChg>
          <pc:picChg chg="mod">
            <ac:chgData name="Rachaita Dutta" userId="f22006c0bb25b989" providerId="LiveId" clId="{C9CC4FF0-0674-4239-A695-D4BB51F3ACF6}" dt="2025-09-12T17:01:20.260" v="630"/>
            <ac:picMkLst>
              <pc:docMk/>
              <pc:sldMasterMk cId="1636003154" sldId="2147483648"/>
              <pc:sldLayoutMk cId="3429611174" sldId="2147483661"/>
              <ac:picMk id="6" creationId="{7CB19B63-2AAF-E86D-D7F1-B659DB36B5AC}"/>
            </ac:picMkLst>
          </pc:pic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4030094665" sldId="2147483664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30094665" sldId="2147483664"/>
              <ac:spMk id="3" creationId="{2A01A65B-D54F-AD53-7320-5D272BEC11D3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30094665" sldId="2147483664"/>
              <ac:spMk id="5" creationId="{E724DBE4-044A-67D8-93C0-EB245AFBB297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30094665" sldId="2147483664"/>
              <ac:spMk id="6" creationId="{2FA893C5-3725-2BF8-B201-6C4123C13131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30094665" sldId="2147483664"/>
              <ac:spMk id="11" creationId="{EB31668E-263B-8FB1-9DBB-25F22BB441B3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30094665" sldId="2147483664"/>
              <ac:spMk id="20" creationId="{20AE86F9-DD66-DE05-383C-6220D559B0DF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30094665" sldId="2147483664"/>
              <ac:spMk id="30" creationId="{0972DA96-A413-EF87-50D3-D8EF54FD9F55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1657158466" sldId="2147483666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657158466" sldId="2147483666"/>
              <ac:spMk id="2" creationId="{C9EEA626-63D9-B376-D5C7-F7B224767D92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657158466" sldId="2147483666"/>
              <ac:spMk id="3" creationId="{436A1765-4F66-C345-840A-D6C73BD96BB8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657158466" sldId="2147483666"/>
              <ac:spMk id="8" creationId="{686C03E6-655F-A394-4461-7BC878C418BB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657158466" sldId="2147483666"/>
              <ac:spMk id="13" creationId="{8E1AE81E-772F-B009-AF15-C0FC060518A7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657158466" sldId="2147483666"/>
              <ac:spMk id="25" creationId="{BF7A62BA-11D3-585A-8CBD-5E0FB4DE522D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452433515" sldId="2147483670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52433515" sldId="2147483670"/>
              <ac:spMk id="2" creationId="{43E2AC72-73DB-7038-4867-55751103F51A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52433515" sldId="2147483670"/>
              <ac:spMk id="3" creationId="{F179F09D-FCEF-2378-FD6D-390137D19D7F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52433515" sldId="2147483670"/>
              <ac:spMk id="5" creationId="{03D91060-B9BF-0FA6-BD7C-AF8E38E919DB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52433515" sldId="2147483670"/>
              <ac:spMk id="6" creationId="{C4B21F26-677B-015C-5D71-238B3798DF57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52433515" sldId="2147483670"/>
              <ac:spMk id="7" creationId="{A3F1B258-8FBC-06A8-3A1F-466CEEDBBEF2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452433515" sldId="2147483670"/>
              <ac:spMk id="12" creationId="{8BAD4AF0-64CE-5C0E-5440-00F8FC6B3194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747404475" sldId="2147483673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747404475" sldId="2147483673"/>
              <ac:spMk id="2" creationId="{C9EEA626-63D9-B376-D5C7-F7B224767D92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747404475" sldId="2147483673"/>
              <ac:spMk id="7" creationId="{EF359D7C-AC03-77FE-CA1D-B96B46B08D16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747404475" sldId="2147483673"/>
              <ac:spMk id="23" creationId="{84B8E19A-569B-855B-EBF8-C02F2998ABC8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747404475" sldId="2147483673"/>
              <ac:spMk id="29" creationId="{4D792B1F-855B-FC83-1023-94C0976E9848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747404475" sldId="2147483673"/>
              <ac:spMk id="34" creationId="{C9AA487F-3729-4692-1A21-35558A2D840B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1970575627" sldId="2147483674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970575627" sldId="2147483674"/>
              <ac:spMk id="2" creationId="{867817C7-4A09-9188-0BD5-838E3AD61F1A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970575627" sldId="2147483674"/>
              <ac:spMk id="3" creationId="{B847C94B-98C2-CC0F-92FC-1505771390BE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970575627" sldId="2147483674"/>
              <ac:spMk id="5" creationId="{941984E2-3225-05D3-3A3D-9D5F5840ED60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970575627" sldId="2147483674"/>
              <ac:spMk id="12" creationId="{7A7BB3C1-4B05-D5B3-C61C-1CD390CEEF2B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970575627" sldId="2147483674"/>
              <ac:spMk id="25" creationId="{070813B7-403A-9A3E-5E5C-44C1680DE4C3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1970575627" sldId="2147483674"/>
              <ac:spMk id="26" creationId="{CE6955A7-F39A-1FBB-FF32-C6F0E3289273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659711355" sldId="2147483675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659711355" sldId="2147483675"/>
              <ac:spMk id="10" creationId="{06890132-DB42-A903-1EAB-CA29D3F04340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659711355" sldId="2147483675"/>
              <ac:spMk id="18" creationId="{F8D9EAE4-01F5-6C99-C91E-BF0FD0CD1CEF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659711355" sldId="2147483675"/>
              <ac:spMk id="21" creationId="{D2E95AC0-BA60-4FFD-E9E7-F2F12ACF68D0}"/>
            </ac:spMkLst>
          </pc:spChg>
          <pc:picChg chg="mod">
            <ac:chgData name="Rachaita Dutta" userId="f22006c0bb25b989" providerId="LiveId" clId="{C9CC4FF0-0674-4239-A695-D4BB51F3ACF6}" dt="2025-09-12T17:01:20.260" v="630"/>
            <ac:picMkLst>
              <pc:docMk/>
              <pc:sldMasterMk cId="1636003154" sldId="2147483648"/>
              <pc:sldLayoutMk cId="3659711355" sldId="2147483675"/>
              <ac:picMk id="9" creationId="{B5ED90D1-D640-D115-6711-35DE812FC014}"/>
            </ac:picMkLst>
          </pc:pic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338622671" sldId="2147483676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3" creationId="{933C021B-6AA4-3C5D-099F-96D113A1495C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6" creationId="{FA7EBEDF-950A-F10B-DA20-24FB521457FC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7" creationId="{13980755-170E-8438-DC1B-7B3283F2A49D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9" creationId="{F0439AA5-A7EE-A20E-BB67-D356776D0B21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10" creationId="{39E752F7-61F0-6779-9E8E-3541BFF7D2CF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12" creationId="{6FD0E545-8D0D-B848-836A-23CEBCD6B0A5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13" creationId="{69002426-033B-400A-C519-AF4C659C4F05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38622671" sldId="2147483676"/>
              <ac:spMk id="15" creationId="{7114E853-6F7C-9899-77FD-0E77D0A86207}"/>
            </ac:spMkLst>
          </pc:spChg>
          <pc:grpChg chg="mod">
            <ac:chgData name="Rachaita Dutta" userId="f22006c0bb25b989" providerId="LiveId" clId="{C9CC4FF0-0674-4239-A695-D4BB51F3ACF6}" dt="2025-09-12T17:01:20.260" v="630"/>
            <ac:grpSpMkLst>
              <pc:docMk/>
              <pc:sldMasterMk cId="1636003154" sldId="2147483648"/>
              <pc:sldLayoutMk cId="3338622671" sldId="2147483676"/>
              <ac:grpSpMk id="8" creationId="{98639877-C4A6-4E44-C600-FE3C6CD5F187}"/>
            </ac:grpSpMkLst>
          </pc:gr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4027163612" sldId="2147483678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27163612" sldId="2147483678"/>
              <ac:spMk id="5" creationId="{0BFE17F0-931A-B121-FFD2-AF3DBB5D6CFB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27163612" sldId="2147483678"/>
              <ac:spMk id="6" creationId="{25E9E434-8C66-15D8-D6B1-5DBED995F9B5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27163612" sldId="2147483678"/>
              <ac:spMk id="8" creationId="{694847DB-2FD4-A0B7-D27C-B0D097130852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27163612" sldId="2147483678"/>
              <ac:spMk id="9" creationId="{30B88804-97CC-BE78-8D40-672973E4CD32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27163612" sldId="2147483678"/>
              <ac:spMk id="10" creationId="{75BC41E0-D44A-D8E0-DC48-F6520F28F71A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4027163612" sldId="2147483678"/>
              <ac:spMk id="11" creationId="{77FB28C4-D7BE-9D2F-25D0-06D2480EA06A}"/>
            </ac:spMkLst>
          </pc:spChg>
          <pc:grpChg chg="mod">
            <ac:chgData name="Rachaita Dutta" userId="f22006c0bb25b989" providerId="LiveId" clId="{C9CC4FF0-0674-4239-A695-D4BB51F3ACF6}" dt="2025-09-12T17:01:20.260" v="630"/>
            <ac:grpSpMkLst>
              <pc:docMk/>
              <pc:sldMasterMk cId="1636003154" sldId="2147483648"/>
              <pc:sldLayoutMk cId="4027163612" sldId="2147483678"/>
              <ac:grpSpMk id="2" creationId="{7DCD020E-88CF-303D-F947-8EE980AC8093}"/>
            </ac:grpSpMkLst>
          </pc:gr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2236171487" sldId="2147483680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3" creationId="{05A7D8CB-7B8B-DA38-6E7E-0DAEB7D29967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4" creationId="{CF605979-8A00-C008-E1AA-6AC1F9EABEAF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5" creationId="{05F17713-1E50-F9DA-1134-DEB4A4AEA114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6" creationId="{1C466053-4CA7-4CBB-C1D2-19FE899BEDFC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10" creationId="{CE441B96-235E-1744-83C7-22A1E6ED8BB3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17" creationId="{4A781A8E-199F-1F48-C80E-B6501B563323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236171487" sldId="2147483680"/>
              <ac:spMk id="24" creationId="{11C6679A-1B60-DCCD-7295-255649B92C60}"/>
            </ac:spMkLst>
          </pc:spChg>
          <pc:cxnChg chg="mod">
            <ac:chgData name="Rachaita Dutta" userId="f22006c0bb25b989" providerId="LiveId" clId="{C9CC4FF0-0674-4239-A695-D4BB51F3ACF6}" dt="2025-09-12T17:01:20.260" v="630"/>
            <ac:cxnSpMkLst>
              <pc:docMk/>
              <pc:sldMasterMk cId="1636003154" sldId="2147483648"/>
              <pc:sldLayoutMk cId="2236171487" sldId="2147483680"/>
              <ac:cxnSpMk id="18" creationId="{1100480F-88D3-CF82-FAF8-9527C86BCAE2}"/>
            </ac:cxnSpMkLst>
          </pc:cxn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39423165" sldId="2147483681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9423165" sldId="2147483681"/>
              <ac:spMk id="2" creationId="{B693A8C2-EDAB-3C2B-00D3-3B9F9D64ACDC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9423165" sldId="2147483681"/>
              <ac:spMk id="4" creationId="{4CE52DCD-6B80-A17A-B12C-76D628BAF304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9423165" sldId="2147483681"/>
              <ac:spMk id="6" creationId="{1B0F4867-5345-BF6B-3402-DEEC3D2DDF90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9423165" sldId="2147483681"/>
              <ac:spMk id="13" creationId="{B05A86D8-26B0-1ADB-0CE2-B445D2A2866D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9423165" sldId="2147483681"/>
              <ac:spMk id="19" creationId="{33A68E8B-64DF-46D3-2FA2-4BBBBF8BFB15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339423165" sldId="2147483681"/>
              <ac:spMk id="20" creationId="{20AE86F9-DD66-DE05-383C-6220D559B0DF}"/>
            </ac:spMkLst>
          </pc:spChg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2306274893" sldId="2147483682"/>
          </pc:sldLayoutMkLst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306274893" sldId="2147483682"/>
              <ac:spMk id="3" creationId="{CEC2E35B-5EFD-B330-984C-15A012C90B8A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306274893" sldId="2147483682"/>
              <ac:spMk id="6" creationId="{CADEA8BB-3550-ABDA-99A6-455084D5D432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306274893" sldId="2147483682"/>
              <ac:spMk id="7" creationId="{A8715227-A125-7CA3-B8F5-9D5894E8C981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306274893" sldId="2147483682"/>
              <ac:spMk id="18" creationId="{F0A8F0DB-3D3D-DC0F-84AC-4386B58AD6E5}"/>
            </ac:spMkLst>
          </pc:spChg>
          <pc:spChg chg="mod">
            <ac:chgData name="Rachaita Dutta" userId="f22006c0bb25b989" providerId="LiveId" clId="{C9CC4FF0-0674-4239-A695-D4BB51F3ACF6}" dt="2025-09-12T17:01:20.260" v="630"/>
            <ac:spMkLst>
              <pc:docMk/>
              <pc:sldMasterMk cId="1636003154" sldId="2147483648"/>
              <pc:sldLayoutMk cId="2306274893" sldId="2147483682"/>
              <ac:spMk id="45" creationId="{FDA50B04-DEA5-DCCF-0DAD-0D3B122FD652}"/>
            </ac:spMkLst>
          </pc:spChg>
        </pc:sldLayoutChg>
      </pc:sldMasterChg>
    </pc:docChg>
  </pc:docChgLst>
  <pc:docChgLst>
    <pc:chgData name="Rachaita Dutta" userId="f22006c0bb25b989" providerId="LiveId" clId="{5096F3FA-1780-400F-9307-D6218CE6B574}"/>
    <pc:docChg chg="undo custSel addSld delSld modSld">
      <pc:chgData name="Rachaita Dutta" userId="f22006c0bb25b989" providerId="LiveId" clId="{5096F3FA-1780-400F-9307-D6218CE6B574}" dt="2025-09-05T07:21:52.282" v="2135" actId="47"/>
      <pc:docMkLst>
        <pc:docMk/>
      </pc:docMkLst>
      <pc:sldChg chg="delSp modSp mod">
        <pc:chgData name="Rachaita Dutta" userId="f22006c0bb25b989" providerId="LiveId" clId="{5096F3FA-1780-400F-9307-D6218CE6B574}" dt="2025-09-04T10:12:48.824" v="746" actId="403"/>
        <pc:sldMkLst>
          <pc:docMk/>
          <pc:sldMk cId="2222324472" sldId="308"/>
        </pc:sldMkLst>
      </pc:sldChg>
      <pc:sldChg chg="modSp mod">
        <pc:chgData name="Rachaita Dutta" userId="f22006c0bb25b989" providerId="LiveId" clId="{5096F3FA-1780-400F-9307-D6218CE6B574}" dt="2025-09-02T16:36:56.122" v="22" actId="1076"/>
        <pc:sldMkLst>
          <pc:docMk/>
          <pc:sldMk cId="1338167130" sldId="317"/>
        </pc:sldMkLst>
        <pc:spChg chg="mod">
          <ac:chgData name="Rachaita Dutta" userId="f22006c0bb25b989" providerId="LiveId" clId="{5096F3FA-1780-400F-9307-D6218CE6B574}" dt="2025-09-02T16:36:56.122" v="22" actId="1076"/>
          <ac:spMkLst>
            <pc:docMk/>
            <pc:sldMk cId="1338167130" sldId="317"/>
            <ac:spMk id="3" creationId="{B45A4A65-E8B8-40CF-7ABD-97EA8FA97521}"/>
          </ac:spMkLst>
        </pc:spChg>
      </pc:sldChg>
      <pc:sldChg chg="addSp modSp add mod">
        <pc:chgData name="Rachaita Dutta" userId="f22006c0bb25b989" providerId="LiveId" clId="{5096F3FA-1780-400F-9307-D6218CE6B574}" dt="2025-09-03T09:40:21.480" v="442" actId="1076"/>
        <pc:sldMkLst>
          <pc:docMk/>
          <pc:sldMk cId="2327602309" sldId="318"/>
        </pc:sldMkLst>
      </pc:sldChg>
      <pc:sldChg chg="addSp delSp modSp new mod">
        <pc:chgData name="Rachaita Dutta" userId="f22006c0bb25b989" providerId="LiveId" clId="{5096F3FA-1780-400F-9307-D6218CE6B574}" dt="2025-09-03T05:35:00.028" v="390" actId="207"/>
        <pc:sldMkLst>
          <pc:docMk/>
          <pc:sldMk cId="3974836523" sldId="319"/>
        </pc:sldMkLst>
      </pc:sldChg>
      <pc:sldChg chg="addSp delSp modSp new mod">
        <pc:chgData name="Rachaita Dutta" userId="f22006c0bb25b989" providerId="LiveId" clId="{5096F3FA-1780-400F-9307-D6218CE6B574}" dt="2025-09-03T09:43:18.673" v="515" actId="404"/>
        <pc:sldMkLst>
          <pc:docMk/>
          <pc:sldMk cId="3783136886" sldId="320"/>
        </pc:sldMkLst>
      </pc:sldChg>
      <pc:sldChg chg="del">
        <pc:chgData name="Rachaita Dutta" userId="f22006c0bb25b989" providerId="LiveId" clId="{5096F3FA-1780-400F-9307-D6218CE6B574}" dt="2025-09-02T17:12:09.026" v="207" actId="47"/>
        <pc:sldMkLst>
          <pc:docMk/>
          <pc:sldMk cId="710943388" sldId="321"/>
        </pc:sldMkLst>
      </pc:sldChg>
      <pc:sldChg chg="addSp delSp modSp new mod">
        <pc:chgData name="Rachaita Dutta" userId="f22006c0bb25b989" providerId="LiveId" clId="{5096F3FA-1780-400F-9307-D6218CE6B574}" dt="2025-09-03T10:27:24.530" v="629" actId="14100"/>
        <pc:sldMkLst>
          <pc:docMk/>
          <pc:sldMk cId="1330460107" sldId="321"/>
        </pc:sldMkLst>
      </pc:sldChg>
      <pc:sldChg chg="addSp delSp modSp new mod">
        <pc:chgData name="Rachaita Dutta" userId="f22006c0bb25b989" providerId="LiveId" clId="{5096F3FA-1780-400F-9307-D6218CE6B574}" dt="2025-09-03T10:27:56.021" v="637" actId="14100"/>
        <pc:sldMkLst>
          <pc:docMk/>
          <pc:sldMk cId="1644534217" sldId="322"/>
        </pc:sldMkLst>
      </pc:sldChg>
      <pc:sldChg chg="addSp delSp modSp new mod">
        <pc:chgData name="Rachaita Dutta" userId="f22006c0bb25b989" providerId="LiveId" clId="{5096F3FA-1780-400F-9307-D6218CE6B574}" dt="2025-09-04T10:13:34.414" v="792" actId="12"/>
        <pc:sldMkLst>
          <pc:docMk/>
          <pc:sldMk cId="2497304798" sldId="323"/>
        </pc:sldMkLst>
      </pc:sldChg>
      <pc:sldChg chg="modSp add mod">
        <pc:chgData name="Rachaita Dutta" userId="f22006c0bb25b989" providerId="LiveId" clId="{5096F3FA-1780-400F-9307-D6218CE6B574}" dt="2025-09-04T17:03:15.746" v="1377" actId="20577"/>
        <pc:sldMkLst>
          <pc:docMk/>
          <pc:sldMk cId="669990853" sldId="324"/>
        </pc:sldMkLst>
      </pc:sldChg>
      <pc:sldChg chg="addSp delSp modSp new mod">
        <pc:chgData name="Rachaita Dutta" userId="f22006c0bb25b989" providerId="LiveId" clId="{5096F3FA-1780-400F-9307-D6218CE6B574}" dt="2025-09-04T17:01:11.828" v="1366" actId="20577"/>
        <pc:sldMkLst>
          <pc:docMk/>
          <pc:sldMk cId="3573114140" sldId="325"/>
        </pc:sldMkLst>
      </pc:sldChg>
      <pc:sldChg chg="modSp add mod">
        <pc:chgData name="Rachaita Dutta" userId="f22006c0bb25b989" providerId="LiveId" clId="{5096F3FA-1780-400F-9307-D6218CE6B574}" dt="2025-09-04T17:11:45.974" v="1545" actId="1076"/>
        <pc:sldMkLst>
          <pc:docMk/>
          <pc:sldMk cId="340494408" sldId="326"/>
        </pc:sldMkLst>
      </pc:sldChg>
      <pc:sldChg chg="del">
        <pc:chgData name="Rachaita Dutta" userId="f22006c0bb25b989" providerId="LiveId" clId="{5096F3FA-1780-400F-9307-D6218CE6B574}" dt="2025-09-02T17:12:05.917" v="203" actId="47"/>
        <pc:sldMkLst>
          <pc:docMk/>
          <pc:sldMk cId="1180625356" sldId="326"/>
        </pc:sldMkLst>
      </pc:sldChg>
      <pc:sldChg chg="modSp add mod">
        <pc:chgData name="Rachaita Dutta" userId="f22006c0bb25b989" providerId="LiveId" clId="{5096F3FA-1780-400F-9307-D6218CE6B574}" dt="2025-09-05T06:08:58.978" v="1717" actId="207"/>
        <pc:sldMkLst>
          <pc:docMk/>
          <pc:sldMk cId="1030558435" sldId="327"/>
        </pc:sldMkLst>
      </pc:sldChg>
      <pc:sldChg chg="del">
        <pc:chgData name="Rachaita Dutta" userId="f22006c0bb25b989" providerId="LiveId" clId="{5096F3FA-1780-400F-9307-D6218CE6B574}" dt="2025-09-02T17:12:07.528" v="204" actId="47"/>
        <pc:sldMkLst>
          <pc:docMk/>
          <pc:sldMk cId="4279156665" sldId="327"/>
        </pc:sldMkLst>
      </pc:sldChg>
      <pc:sldChg chg="addSp delSp modSp add mod">
        <pc:chgData name="Rachaita Dutta" userId="f22006c0bb25b989" providerId="LiveId" clId="{5096F3FA-1780-400F-9307-D6218CE6B574}" dt="2025-09-05T06:25:25.144" v="1924" actId="207"/>
        <pc:sldMkLst>
          <pc:docMk/>
          <pc:sldMk cId="831985995" sldId="328"/>
        </pc:sldMkLst>
      </pc:sldChg>
      <pc:sldChg chg="del">
        <pc:chgData name="Rachaita Dutta" userId="f22006c0bb25b989" providerId="LiveId" clId="{5096F3FA-1780-400F-9307-D6218CE6B574}" dt="2025-09-02T17:12:08.310" v="205" actId="47"/>
        <pc:sldMkLst>
          <pc:docMk/>
          <pc:sldMk cId="3558364660" sldId="328"/>
        </pc:sldMkLst>
      </pc:sldChg>
      <pc:sldChg chg="del">
        <pc:chgData name="Rachaita Dutta" userId="f22006c0bb25b989" providerId="LiveId" clId="{5096F3FA-1780-400F-9307-D6218CE6B574}" dt="2025-09-02T17:12:08.611" v="206" actId="47"/>
        <pc:sldMkLst>
          <pc:docMk/>
          <pc:sldMk cId="2747084965" sldId="329"/>
        </pc:sldMkLst>
      </pc:sldChg>
      <pc:sldChg chg="addSp modSp add mod">
        <pc:chgData name="Rachaita Dutta" userId="f22006c0bb25b989" providerId="LiveId" clId="{5096F3FA-1780-400F-9307-D6218CE6B574}" dt="2025-09-05T07:21:47.044" v="2134" actId="1076"/>
        <pc:sldMkLst>
          <pc:docMk/>
          <pc:sldMk cId="4133031817" sldId="329"/>
        </pc:sldMkLst>
      </pc:sldChg>
      <pc:sldChg chg="modSp add mod">
        <pc:chgData name="Rachaita Dutta" userId="f22006c0bb25b989" providerId="LiveId" clId="{5096F3FA-1780-400F-9307-D6218CE6B574}" dt="2025-09-05T06:34:34.313" v="2075" actId="20577"/>
        <pc:sldMkLst>
          <pc:docMk/>
          <pc:sldMk cId="1163874103" sldId="330"/>
        </pc:sldMkLst>
      </pc:sldChg>
      <pc:sldChg chg="del">
        <pc:chgData name="Rachaita Dutta" userId="f22006c0bb25b989" providerId="LiveId" clId="{5096F3FA-1780-400F-9307-D6218CE6B574}" dt="2025-09-02T17:12:09.218" v="208" actId="47"/>
        <pc:sldMkLst>
          <pc:docMk/>
          <pc:sldMk cId="1899234317" sldId="330"/>
        </pc:sldMkLst>
      </pc:sldChg>
      <pc:sldChg chg="del">
        <pc:chgData name="Rachaita Dutta" userId="f22006c0bb25b989" providerId="LiveId" clId="{5096F3FA-1780-400F-9307-D6218CE6B574}" dt="2025-09-02T17:12:09.378" v="209" actId="47"/>
        <pc:sldMkLst>
          <pc:docMk/>
          <pc:sldMk cId="423037299" sldId="331"/>
        </pc:sldMkLst>
      </pc:sldChg>
      <pc:sldChg chg="delSp modSp add del mod">
        <pc:chgData name="Rachaita Dutta" userId="f22006c0bb25b989" providerId="LiveId" clId="{5096F3FA-1780-400F-9307-D6218CE6B574}" dt="2025-09-05T07:21:52.282" v="2135" actId="47"/>
        <pc:sldMkLst>
          <pc:docMk/>
          <pc:sldMk cId="1420782377" sldId="331"/>
        </pc:sldMkLst>
      </pc:sldChg>
      <pc:sldChg chg="del">
        <pc:chgData name="Rachaita Dutta" userId="f22006c0bb25b989" providerId="LiveId" clId="{5096F3FA-1780-400F-9307-D6218CE6B574}" dt="2025-09-02T17:12:09.513" v="210" actId="47"/>
        <pc:sldMkLst>
          <pc:docMk/>
          <pc:sldMk cId="553079627" sldId="332"/>
        </pc:sldMkLst>
      </pc:sldChg>
      <pc:sldChg chg="del">
        <pc:chgData name="Rachaita Dutta" userId="f22006c0bb25b989" providerId="LiveId" clId="{5096F3FA-1780-400F-9307-D6218CE6B574}" dt="2025-09-02T17:12:09.603" v="211" actId="47"/>
        <pc:sldMkLst>
          <pc:docMk/>
          <pc:sldMk cId="51637171" sldId="333"/>
        </pc:sldMkLst>
      </pc:sldChg>
      <pc:sldChg chg="del">
        <pc:chgData name="Rachaita Dutta" userId="f22006c0bb25b989" providerId="LiveId" clId="{5096F3FA-1780-400F-9307-D6218CE6B574}" dt="2025-09-02T17:12:09.728" v="212" actId="47"/>
        <pc:sldMkLst>
          <pc:docMk/>
          <pc:sldMk cId="2106418936" sldId="334"/>
        </pc:sldMkLst>
      </pc:sldChg>
      <pc:sldChg chg="del">
        <pc:chgData name="Rachaita Dutta" userId="f22006c0bb25b989" providerId="LiveId" clId="{5096F3FA-1780-400F-9307-D6218CE6B574}" dt="2025-09-02T17:12:09.865" v="213" actId="47"/>
        <pc:sldMkLst>
          <pc:docMk/>
          <pc:sldMk cId="895907780" sldId="335"/>
        </pc:sldMkLst>
      </pc:sldChg>
      <pc:sldChg chg="del">
        <pc:chgData name="Rachaita Dutta" userId="f22006c0bb25b989" providerId="LiveId" clId="{5096F3FA-1780-400F-9307-D6218CE6B574}" dt="2025-09-02T17:12:10.435" v="214" actId="47"/>
        <pc:sldMkLst>
          <pc:docMk/>
          <pc:sldMk cId="4042798996" sldId="336"/>
        </pc:sldMkLst>
      </pc:sldChg>
      <pc:sldChg chg="del">
        <pc:chgData name="Rachaita Dutta" userId="f22006c0bb25b989" providerId="LiveId" clId="{5096F3FA-1780-400F-9307-D6218CE6B574}" dt="2025-09-02T17:12:10.552" v="215" actId="47"/>
        <pc:sldMkLst>
          <pc:docMk/>
          <pc:sldMk cId="2740065160" sldId="337"/>
        </pc:sldMkLst>
      </pc:sldChg>
      <pc:sldChg chg="del">
        <pc:chgData name="Rachaita Dutta" userId="f22006c0bb25b989" providerId="LiveId" clId="{5096F3FA-1780-400F-9307-D6218CE6B574}" dt="2025-09-02T17:12:10.642" v="216" actId="47"/>
        <pc:sldMkLst>
          <pc:docMk/>
          <pc:sldMk cId="3952391792" sldId="338"/>
        </pc:sldMkLst>
      </pc:sldChg>
      <pc:sldChg chg="del">
        <pc:chgData name="Rachaita Dutta" userId="f22006c0bb25b989" providerId="LiveId" clId="{5096F3FA-1780-400F-9307-D6218CE6B574}" dt="2025-09-02T17:12:10.763" v="217" actId="47"/>
        <pc:sldMkLst>
          <pc:docMk/>
          <pc:sldMk cId="752718731" sldId="339"/>
        </pc:sldMkLst>
      </pc:sldChg>
      <pc:sldChg chg="del">
        <pc:chgData name="Rachaita Dutta" userId="f22006c0bb25b989" providerId="LiveId" clId="{5096F3FA-1780-400F-9307-D6218CE6B574}" dt="2025-09-02T17:12:11.307" v="218" actId="47"/>
        <pc:sldMkLst>
          <pc:docMk/>
          <pc:sldMk cId="2139116331" sldId="340"/>
        </pc:sldMkLst>
      </pc:sldChg>
      <pc:sldChg chg="del">
        <pc:chgData name="Rachaita Dutta" userId="f22006c0bb25b989" providerId="LiveId" clId="{5096F3FA-1780-400F-9307-D6218CE6B574}" dt="2025-09-02T17:12:11.447" v="219" actId="47"/>
        <pc:sldMkLst>
          <pc:docMk/>
          <pc:sldMk cId="66020857" sldId="341"/>
        </pc:sldMkLst>
      </pc:sldChg>
      <pc:sldChg chg="del">
        <pc:chgData name="Rachaita Dutta" userId="f22006c0bb25b989" providerId="LiveId" clId="{5096F3FA-1780-400F-9307-D6218CE6B574}" dt="2025-09-02T17:12:11.581" v="220" actId="47"/>
        <pc:sldMkLst>
          <pc:docMk/>
          <pc:sldMk cId="1276066728" sldId="342"/>
        </pc:sldMkLst>
      </pc:sldChg>
      <pc:sldChg chg="del">
        <pc:chgData name="Rachaita Dutta" userId="f22006c0bb25b989" providerId="LiveId" clId="{5096F3FA-1780-400F-9307-D6218CE6B574}" dt="2025-09-02T17:12:11.667" v="221" actId="47"/>
        <pc:sldMkLst>
          <pc:docMk/>
          <pc:sldMk cId="2604850631" sldId="343"/>
        </pc:sldMkLst>
      </pc:sldChg>
      <pc:sldChg chg="del">
        <pc:chgData name="Rachaita Dutta" userId="f22006c0bb25b989" providerId="LiveId" clId="{5096F3FA-1780-400F-9307-D6218CE6B574}" dt="2025-09-02T17:12:11.793" v="222" actId="47"/>
        <pc:sldMkLst>
          <pc:docMk/>
          <pc:sldMk cId="4266880481" sldId="344"/>
        </pc:sldMkLst>
      </pc:sldChg>
      <pc:sldChg chg="del">
        <pc:chgData name="Rachaita Dutta" userId="f22006c0bb25b989" providerId="LiveId" clId="{5096F3FA-1780-400F-9307-D6218CE6B574}" dt="2025-09-02T17:12:12.273" v="223" actId="47"/>
        <pc:sldMkLst>
          <pc:docMk/>
          <pc:sldMk cId="1243061524" sldId="345"/>
        </pc:sldMkLst>
      </pc:sldChg>
      <pc:sldChg chg="del">
        <pc:chgData name="Rachaita Dutta" userId="f22006c0bb25b989" providerId="LiveId" clId="{5096F3FA-1780-400F-9307-D6218CE6B574}" dt="2025-09-02T17:12:12.398" v="224" actId="47"/>
        <pc:sldMkLst>
          <pc:docMk/>
          <pc:sldMk cId="3533758584" sldId="346"/>
        </pc:sldMkLst>
      </pc:sldChg>
      <pc:sldChg chg="del">
        <pc:chgData name="Rachaita Dutta" userId="f22006c0bb25b989" providerId="LiveId" clId="{5096F3FA-1780-400F-9307-D6218CE6B574}" dt="2025-09-02T17:12:12.636" v="225" actId="47"/>
        <pc:sldMkLst>
          <pc:docMk/>
          <pc:sldMk cId="240184579" sldId="347"/>
        </pc:sldMkLst>
      </pc:sldChg>
      <pc:sldChg chg="del">
        <pc:chgData name="Rachaita Dutta" userId="f22006c0bb25b989" providerId="LiveId" clId="{5096F3FA-1780-400F-9307-D6218CE6B574}" dt="2025-09-02T17:12:12.747" v="226" actId="47"/>
        <pc:sldMkLst>
          <pc:docMk/>
          <pc:sldMk cId="4283436009" sldId="348"/>
        </pc:sldMkLst>
      </pc:sldChg>
      <pc:sldChg chg="del">
        <pc:chgData name="Rachaita Dutta" userId="f22006c0bb25b989" providerId="LiveId" clId="{5096F3FA-1780-400F-9307-D6218CE6B574}" dt="2025-09-02T17:12:12.843" v="227" actId="47"/>
        <pc:sldMkLst>
          <pc:docMk/>
          <pc:sldMk cId="3451658131" sldId="349"/>
        </pc:sldMkLst>
      </pc:sldChg>
      <pc:sldChg chg="del">
        <pc:chgData name="Rachaita Dutta" userId="f22006c0bb25b989" providerId="LiveId" clId="{5096F3FA-1780-400F-9307-D6218CE6B574}" dt="2025-09-02T17:12:12.983" v="228" actId="47"/>
        <pc:sldMkLst>
          <pc:docMk/>
          <pc:sldMk cId="3859169803" sldId="350"/>
        </pc:sldMkLst>
      </pc:sldChg>
      <pc:sldChg chg="del">
        <pc:chgData name="Rachaita Dutta" userId="f22006c0bb25b989" providerId="LiveId" clId="{5096F3FA-1780-400F-9307-D6218CE6B574}" dt="2025-09-02T17:12:13.127" v="229" actId="47"/>
        <pc:sldMkLst>
          <pc:docMk/>
          <pc:sldMk cId="1839402328" sldId="351"/>
        </pc:sldMkLst>
      </pc:sldChg>
      <pc:sldChg chg="del">
        <pc:chgData name="Rachaita Dutta" userId="f22006c0bb25b989" providerId="LiveId" clId="{5096F3FA-1780-400F-9307-D6218CE6B574}" dt="2025-09-02T17:12:13.597" v="230" actId="47"/>
        <pc:sldMkLst>
          <pc:docMk/>
          <pc:sldMk cId="930711633" sldId="352"/>
        </pc:sldMkLst>
      </pc:sldChg>
      <pc:sldChg chg="del">
        <pc:chgData name="Rachaita Dutta" userId="f22006c0bb25b989" providerId="LiveId" clId="{5096F3FA-1780-400F-9307-D6218CE6B574}" dt="2025-09-02T17:12:13.758" v="231" actId="47"/>
        <pc:sldMkLst>
          <pc:docMk/>
          <pc:sldMk cId="3424777493" sldId="353"/>
        </pc:sldMkLst>
      </pc:sldChg>
      <pc:sldChg chg="del">
        <pc:chgData name="Rachaita Dutta" userId="f22006c0bb25b989" providerId="LiveId" clId="{5096F3FA-1780-400F-9307-D6218CE6B574}" dt="2025-09-02T17:12:13.841" v="232" actId="47"/>
        <pc:sldMkLst>
          <pc:docMk/>
          <pc:sldMk cId="431625271" sldId="354"/>
        </pc:sldMkLst>
      </pc:sldChg>
      <pc:sldChg chg="del">
        <pc:chgData name="Rachaita Dutta" userId="f22006c0bb25b989" providerId="LiveId" clId="{5096F3FA-1780-400F-9307-D6218CE6B574}" dt="2025-09-02T17:12:13.977" v="233" actId="47"/>
        <pc:sldMkLst>
          <pc:docMk/>
          <pc:sldMk cId="2145720408" sldId="355"/>
        </pc:sldMkLst>
      </pc:sldChg>
      <pc:sldChg chg="del">
        <pc:chgData name="Rachaita Dutta" userId="f22006c0bb25b989" providerId="LiveId" clId="{5096F3FA-1780-400F-9307-D6218CE6B574}" dt="2025-09-02T17:12:14.734" v="236" actId="47"/>
        <pc:sldMkLst>
          <pc:docMk/>
          <pc:sldMk cId="1958625577" sldId="356"/>
        </pc:sldMkLst>
      </pc:sldChg>
      <pc:sldChg chg="del">
        <pc:chgData name="Rachaita Dutta" userId="f22006c0bb25b989" providerId="LiveId" clId="{5096F3FA-1780-400F-9307-D6218CE6B574}" dt="2025-09-02T17:12:14.493" v="234" actId="47"/>
        <pc:sldMkLst>
          <pc:docMk/>
          <pc:sldMk cId="1562970067" sldId="357"/>
        </pc:sldMkLst>
      </pc:sldChg>
      <pc:sldChg chg="del">
        <pc:chgData name="Rachaita Dutta" userId="f22006c0bb25b989" providerId="LiveId" clId="{5096F3FA-1780-400F-9307-D6218CE6B574}" dt="2025-09-02T17:12:14.625" v="235" actId="47"/>
        <pc:sldMkLst>
          <pc:docMk/>
          <pc:sldMk cId="419046679" sldId="358"/>
        </pc:sldMkLst>
      </pc:sldChg>
      <pc:sldChg chg="del">
        <pc:chgData name="Rachaita Dutta" userId="f22006c0bb25b989" providerId="LiveId" clId="{5096F3FA-1780-400F-9307-D6218CE6B574}" dt="2025-09-02T17:12:14.907" v="237" actId="47"/>
        <pc:sldMkLst>
          <pc:docMk/>
          <pc:sldMk cId="4267959002" sldId="359"/>
        </pc:sldMkLst>
      </pc:sldChg>
      <pc:sldChg chg="del">
        <pc:chgData name="Rachaita Dutta" userId="f22006c0bb25b989" providerId="LiveId" clId="{5096F3FA-1780-400F-9307-D6218CE6B574}" dt="2025-09-02T17:12:14.938" v="238" actId="47"/>
        <pc:sldMkLst>
          <pc:docMk/>
          <pc:sldMk cId="1666454936" sldId="360"/>
        </pc:sldMkLst>
      </pc:sldChg>
      <pc:sldChg chg="del">
        <pc:chgData name="Rachaita Dutta" userId="f22006c0bb25b989" providerId="LiveId" clId="{5096F3FA-1780-400F-9307-D6218CE6B574}" dt="2025-09-02T17:12:15.039" v="239" actId="47"/>
        <pc:sldMkLst>
          <pc:docMk/>
          <pc:sldMk cId="1959932112" sldId="361"/>
        </pc:sldMkLst>
      </pc:sldChg>
      <pc:sldChg chg="del">
        <pc:chgData name="Rachaita Dutta" userId="f22006c0bb25b989" providerId="LiveId" clId="{5096F3FA-1780-400F-9307-D6218CE6B574}" dt="2025-09-02T17:12:15.190" v="240" actId="47"/>
        <pc:sldMkLst>
          <pc:docMk/>
          <pc:sldMk cId="2638159120" sldId="362"/>
        </pc:sldMkLst>
      </pc:sldChg>
      <pc:sldChg chg="del">
        <pc:chgData name="Rachaita Dutta" userId="f22006c0bb25b989" providerId="LiveId" clId="{5096F3FA-1780-400F-9307-D6218CE6B574}" dt="2025-09-02T17:12:16.581" v="241" actId="47"/>
        <pc:sldMkLst>
          <pc:docMk/>
          <pc:sldMk cId="851274884" sldId="363"/>
        </pc:sldMkLst>
      </pc:sldChg>
    </pc:docChg>
  </pc:docChgLst>
  <pc:docChgLst>
    <pc:chgData name="Rachaita Dutta" userId="f22006c0bb25b989" providerId="LiveId" clId="{BD8D798F-085B-4A0F-AD29-2F97537857FF}"/>
    <pc:docChg chg="undo custSel addSld delSld modSld">
      <pc:chgData name="Rachaita Dutta" userId="f22006c0bb25b989" providerId="LiveId" clId="{BD8D798F-085B-4A0F-AD29-2F97537857FF}" dt="2025-09-01T17:57:17.884" v="8339" actId="20577"/>
      <pc:docMkLst>
        <pc:docMk/>
      </pc:docMkLst>
      <pc:sldChg chg="del">
        <pc:chgData name="Rachaita Dutta" userId="f22006c0bb25b989" providerId="LiveId" clId="{BD8D798F-085B-4A0F-AD29-2F97537857FF}" dt="2025-08-22T04:31:08.779" v="39" actId="47"/>
        <pc:sldMkLst>
          <pc:docMk/>
          <pc:sldMk cId="586478555" sldId="307"/>
        </pc:sldMkLst>
      </pc:sldChg>
      <pc:sldChg chg="addSp delSp modSp mod">
        <pc:chgData name="Rachaita Dutta" userId="f22006c0bb25b989" providerId="LiveId" clId="{BD8D798F-085B-4A0F-AD29-2F97537857FF}" dt="2025-08-22T05:07:15.991" v="306" actId="478"/>
        <pc:sldMkLst>
          <pc:docMk/>
          <pc:sldMk cId="2222324472" sldId="308"/>
        </pc:sldMkLst>
      </pc:sldChg>
      <pc:sldChg chg="del">
        <pc:chgData name="Rachaita Dutta" userId="f22006c0bb25b989" providerId="LiveId" clId="{BD8D798F-085B-4A0F-AD29-2F97537857FF}" dt="2025-08-22T05:07:27.868" v="308" actId="47"/>
        <pc:sldMkLst>
          <pc:docMk/>
          <pc:sldMk cId="1966913227" sldId="309"/>
        </pc:sldMkLst>
      </pc:sldChg>
      <pc:sldChg chg="del">
        <pc:chgData name="Rachaita Dutta" userId="f22006c0bb25b989" providerId="LiveId" clId="{BD8D798F-085B-4A0F-AD29-2F97537857FF}" dt="2025-08-22T15:45:18.412" v="508" actId="47"/>
        <pc:sldMkLst>
          <pc:docMk/>
          <pc:sldMk cId="3064996118" sldId="315"/>
        </pc:sldMkLst>
      </pc:sldChg>
      <pc:sldChg chg="del">
        <pc:chgData name="Rachaita Dutta" userId="f22006c0bb25b989" providerId="LiveId" clId="{BD8D798F-085B-4A0F-AD29-2F97537857FF}" dt="2025-08-22T17:54:35.919" v="1639" actId="47"/>
        <pc:sldMkLst>
          <pc:docMk/>
          <pc:sldMk cId="537809529" sldId="316"/>
        </pc:sldMkLst>
      </pc:sldChg>
      <pc:sldChg chg="modSp mod">
        <pc:chgData name="Rachaita Dutta" userId="f22006c0bb25b989" providerId="LiveId" clId="{BD8D798F-085B-4A0F-AD29-2F97537857FF}" dt="2025-08-22T04:30:58.148" v="38" actId="403"/>
        <pc:sldMkLst>
          <pc:docMk/>
          <pc:sldMk cId="1338167130" sldId="317"/>
        </pc:sldMkLst>
        <pc:spChg chg="mod">
          <ac:chgData name="Rachaita Dutta" userId="f22006c0bb25b989" providerId="LiveId" clId="{BD8D798F-085B-4A0F-AD29-2F97537857FF}" dt="2025-08-22T04:30:58.148" v="38" actId="403"/>
          <ac:spMkLst>
            <pc:docMk/>
            <pc:sldMk cId="1338167130" sldId="317"/>
            <ac:spMk id="3" creationId="{B45A4A65-E8B8-40CF-7ABD-97EA8FA97521}"/>
          </ac:spMkLst>
        </pc:spChg>
      </pc:sldChg>
      <pc:sldChg chg="delSp del mod">
        <pc:chgData name="Rachaita Dutta" userId="f22006c0bb25b989" providerId="LiveId" clId="{BD8D798F-085B-4A0F-AD29-2F97537857FF}" dt="2025-08-22T15:44:56.399" v="504" actId="47"/>
        <pc:sldMkLst>
          <pc:docMk/>
          <pc:sldMk cId="882450772" sldId="318"/>
        </pc:sldMkLst>
      </pc:sldChg>
      <pc:sldChg chg="del">
        <pc:chgData name="Rachaita Dutta" userId="f22006c0bb25b989" providerId="LiveId" clId="{BD8D798F-085B-4A0F-AD29-2F97537857FF}" dt="2025-08-22T15:44:59.545" v="505" actId="47"/>
        <pc:sldMkLst>
          <pc:docMk/>
          <pc:sldMk cId="1207166195" sldId="320"/>
        </pc:sldMkLst>
      </pc:sldChg>
      <pc:sldChg chg="addSp delSp modSp mod modAnim">
        <pc:chgData name="Rachaita Dutta" userId="f22006c0bb25b989" providerId="LiveId" clId="{BD8D798F-085B-4A0F-AD29-2F97537857FF}" dt="2025-08-27T15:33:57.939" v="6009" actId="1037"/>
        <pc:sldMkLst>
          <pc:docMk/>
          <pc:sldMk cId="710943388" sldId="321"/>
        </pc:sldMkLst>
      </pc:sldChg>
      <pc:sldChg chg="del">
        <pc:chgData name="Rachaita Dutta" userId="f22006c0bb25b989" providerId="LiveId" clId="{BD8D798F-085B-4A0F-AD29-2F97537857FF}" dt="2025-08-22T17:54:34.221" v="1638" actId="47"/>
        <pc:sldMkLst>
          <pc:docMk/>
          <pc:sldMk cId="3068126258" sldId="322"/>
        </pc:sldMkLst>
      </pc:sldChg>
      <pc:sldChg chg="del">
        <pc:chgData name="Rachaita Dutta" userId="f22006c0bb25b989" providerId="LiveId" clId="{BD8D798F-085B-4A0F-AD29-2F97537857FF}" dt="2025-08-22T17:54:37.775" v="1640" actId="47"/>
        <pc:sldMkLst>
          <pc:docMk/>
          <pc:sldMk cId="1906506350" sldId="323"/>
        </pc:sldMkLst>
      </pc:sldChg>
      <pc:sldChg chg="del">
        <pc:chgData name="Rachaita Dutta" userId="f22006c0bb25b989" providerId="LiveId" clId="{BD8D798F-085B-4A0F-AD29-2F97537857FF}" dt="2025-08-22T15:45:23.227" v="509" actId="47"/>
        <pc:sldMkLst>
          <pc:docMk/>
          <pc:sldMk cId="1974327970" sldId="324"/>
        </pc:sldMkLst>
      </pc:sldChg>
      <pc:sldChg chg="del">
        <pc:chgData name="Rachaita Dutta" userId="f22006c0bb25b989" providerId="LiveId" clId="{BD8D798F-085B-4A0F-AD29-2F97537857FF}" dt="2025-08-22T15:45:14.443" v="507" actId="47"/>
        <pc:sldMkLst>
          <pc:docMk/>
          <pc:sldMk cId="2683570500" sldId="325"/>
        </pc:sldMkLst>
      </pc:sldChg>
      <pc:sldChg chg="delSp modSp add mod">
        <pc:chgData name="Rachaita Dutta" userId="f22006c0bb25b989" providerId="LiveId" clId="{BD8D798F-085B-4A0F-AD29-2F97537857FF}" dt="2025-08-22T15:44:32.970" v="503" actId="1076"/>
        <pc:sldMkLst>
          <pc:docMk/>
          <pc:sldMk cId="1180625356" sldId="326"/>
        </pc:sldMkLst>
      </pc:sldChg>
      <pc:sldChg chg="addSp modSp add mod">
        <pc:chgData name="Rachaita Dutta" userId="f22006c0bb25b989" providerId="LiveId" clId="{BD8D798F-085B-4A0F-AD29-2F97537857FF}" dt="2025-08-23T03:47:39.465" v="1651" actId="12"/>
        <pc:sldMkLst>
          <pc:docMk/>
          <pc:sldMk cId="4279156665" sldId="327"/>
        </pc:sldMkLst>
      </pc:sldChg>
      <pc:sldChg chg="addSp delSp modSp add mod modTransition modAnim">
        <pc:chgData name="Rachaita Dutta" userId="f22006c0bb25b989" providerId="LiveId" clId="{BD8D798F-085B-4A0F-AD29-2F97537857FF}" dt="2025-08-22T17:40:10.832" v="1249"/>
        <pc:sldMkLst>
          <pc:docMk/>
          <pc:sldMk cId="3558364660" sldId="328"/>
        </pc:sldMkLst>
      </pc:sldChg>
      <pc:sldChg chg="modSp add mod modAnim">
        <pc:chgData name="Rachaita Dutta" userId="f22006c0bb25b989" providerId="LiveId" clId="{BD8D798F-085B-4A0F-AD29-2F97537857FF}" dt="2025-08-27T15:17:54.110" v="5998" actId="20577"/>
        <pc:sldMkLst>
          <pc:docMk/>
          <pc:sldMk cId="2747084965" sldId="329"/>
        </pc:sldMkLst>
      </pc:sldChg>
      <pc:sldChg chg="add del">
        <pc:chgData name="Rachaita Dutta" userId="f22006c0bb25b989" providerId="LiveId" clId="{BD8D798F-085B-4A0F-AD29-2F97537857FF}" dt="2025-08-23T03:48:15.813" v="1653" actId="47"/>
        <pc:sldMkLst>
          <pc:docMk/>
          <pc:sldMk cId="1817396426" sldId="330"/>
        </pc:sldMkLst>
      </pc:sldChg>
      <pc:sldChg chg="modSp add mod addAnim delAnim modAnim">
        <pc:chgData name="Rachaita Dutta" userId="f22006c0bb25b989" providerId="LiveId" clId="{BD8D798F-085B-4A0F-AD29-2F97537857FF}" dt="2025-08-25T09:41:20.567" v="3316"/>
        <pc:sldMkLst>
          <pc:docMk/>
          <pc:sldMk cId="1899234317" sldId="330"/>
        </pc:sldMkLst>
      </pc:sldChg>
      <pc:sldChg chg="addSp modSp add mod modAnim">
        <pc:chgData name="Rachaita Dutta" userId="f22006c0bb25b989" providerId="LiveId" clId="{BD8D798F-085B-4A0F-AD29-2F97537857FF}" dt="2025-08-25T09:41:56.464" v="3317"/>
        <pc:sldMkLst>
          <pc:docMk/>
          <pc:sldMk cId="423037299" sldId="331"/>
        </pc:sldMkLst>
      </pc:sldChg>
      <pc:sldChg chg="addSp delSp modSp add mod modAnim">
        <pc:chgData name="Rachaita Dutta" userId="f22006c0bb25b989" providerId="LiveId" clId="{BD8D798F-085B-4A0F-AD29-2F97537857FF}" dt="2025-08-25T16:58:29.008" v="3802" actId="404"/>
        <pc:sldMkLst>
          <pc:docMk/>
          <pc:sldMk cId="553079627" sldId="332"/>
        </pc:sldMkLst>
      </pc:sldChg>
      <pc:sldChg chg="delSp modSp add mod delAnim modAnim">
        <pc:chgData name="Rachaita Dutta" userId="f22006c0bb25b989" providerId="LiveId" clId="{BD8D798F-085B-4A0F-AD29-2F97537857FF}" dt="2025-08-27T16:33:42.697" v="6010" actId="20577"/>
        <pc:sldMkLst>
          <pc:docMk/>
          <pc:sldMk cId="51637171" sldId="333"/>
        </pc:sldMkLst>
      </pc:sldChg>
      <pc:sldChg chg="addSp delSp modSp new mod">
        <pc:chgData name="Rachaita Dutta" userId="f22006c0bb25b989" providerId="LiveId" clId="{BD8D798F-085B-4A0F-AD29-2F97537857FF}" dt="2025-08-26T09:06:22.670" v="4156" actId="1076"/>
        <pc:sldMkLst>
          <pc:docMk/>
          <pc:sldMk cId="2106418936" sldId="334"/>
        </pc:sldMkLst>
      </pc:sldChg>
      <pc:sldChg chg="add del">
        <pc:chgData name="Rachaita Dutta" userId="f22006c0bb25b989" providerId="LiveId" clId="{BD8D798F-085B-4A0F-AD29-2F97537857FF}" dt="2025-08-25T10:01:19.876" v="3545" actId="47"/>
        <pc:sldMkLst>
          <pc:docMk/>
          <pc:sldMk cId="4034014197" sldId="334"/>
        </pc:sldMkLst>
      </pc:sldChg>
      <pc:sldChg chg="modSp add mod">
        <pc:chgData name="Rachaita Dutta" userId="f22006c0bb25b989" providerId="LiveId" clId="{BD8D798F-085B-4A0F-AD29-2F97537857FF}" dt="2025-08-25T17:46:09.425" v="3904" actId="20577"/>
        <pc:sldMkLst>
          <pc:docMk/>
          <pc:sldMk cId="895907780" sldId="335"/>
        </pc:sldMkLst>
      </pc:sldChg>
      <pc:sldChg chg="addSp modSp add mod modAnim">
        <pc:chgData name="Rachaita Dutta" userId="f22006c0bb25b989" providerId="LiveId" clId="{BD8D798F-085B-4A0F-AD29-2F97537857FF}" dt="2025-08-26T16:45:17.764" v="5516"/>
        <pc:sldMkLst>
          <pc:docMk/>
          <pc:sldMk cId="4042798996" sldId="336"/>
        </pc:sldMkLst>
      </pc:sldChg>
      <pc:sldChg chg="addSp delSp modSp new mod modAnim">
        <pc:chgData name="Rachaita Dutta" userId="f22006c0bb25b989" providerId="LiveId" clId="{BD8D798F-085B-4A0F-AD29-2F97537857FF}" dt="2025-08-26T09:20:39.754" v="4282" actId="404"/>
        <pc:sldMkLst>
          <pc:docMk/>
          <pc:sldMk cId="2740065160" sldId="337"/>
        </pc:sldMkLst>
      </pc:sldChg>
      <pc:sldChg chg="modSp add mod modAnim">
        <pc:chgData name="Rachaita Dutta" userId="f22006c0bb25b989" providerId="LiveId" clId="{BD8D798F-085B-4A0F-AD29-2F97537857FF}" dt="2025-08-26T14:28:19.438" v="4547"/>
        <pc:sldMkLst>
          <pc:docMk/>
          <pc:sldMk cId="3952391792" sldId="338"/>
        </pc:sldMkLst>
      </pc:sldChg>
      <pc:sldChg chg="modSp add mod modAnim">
        <pc:chgData name="Rachaita Dutta" userId="f22006c0bb25b989" providerId="LiveId" clId="{BD8D798F-085B-4A0F-AD29-2F97537857FF}" dt="2025-08-26T14:38:22.252" v="4582" actId="20577"/>
        <pc:sldMkLst>
          <pc:docMk/>
          <pc:sldMk cId="752718731" sldId="339"/>
        </pc:sldMkLst>
      </pc:sldChg>
      <pc:sldChg chg="modSp add mod modAnim">
        <pc:chgData name="Rachaita Dutta" userId="f22006c0bb25b989" providerId="LiveId" clId="{BD8D798F-085B-4A0F-AD29-2F97537857FF}" dt="2025-08-26T16:37:52.544" v="5488" actId="20577"/>
        <pc:sldMkLst>
          <pc:docMk/>
          <pc:sldMk cId="2139116331" sldId="340"/>
        </pc:sldMkLst>
      </pc:sldChg>
      <pc:sldChg chg="modSp add mod modAnim">
        <pc:chgData name="Rachaita Dutta" userId="f22006c0bb25b989" providerId="LiveId" clId="{BD8D798F-085B-4A0F-AD29-2F97537857FF}" dt="2025-09-01T15:42:34.192" v="8316" actId="20577"/>
        <pc:sldMkLst>
          <pc:docMk/>
          <pc:sldMk cId="66020857" sldId="341"/>
        </pc:sldMkLst>
      </pc:sldChg>
      <pc:sldChg chg="modSp add modAnim">
        <pc:chgData name="Rachaita Dutta" userId="f22006c0bb25b989" providerId="LiveId" clId="{BD8D798F-085B-4A0F-AD29-2F97537857FF}" dt="2025-08-27T09:22:04.944" v="5670"/>
        <pc:sldMkLst>
          <pc:docMk/>
          <pc:sldMk cId="1276066728" sldId="342"/>
        </pc:sldMkLst>
      </pc:sldChg>
      <pc:sldChg chg="addSp modSp add mod modAnim">
        <pc:chgData name="Rachaita Dutta" userId="f22006c0bb25b989" providerId="LiveId" clId="{BD8D798F-085B-4A0F-AD29-2F97537857FF}" dt="2025-08-27T09:25:39.750" v="5783" actId="1038"/>
        <pc:sldMkLst>
          <pc:docMk/>
          <pc:sldMk cId="2604850631" sldId="343"/>
        </pc:sldMkLst>
      </pc:sldChg>
      <pc:sldChg chg="addSp delSp modSp add mod">
        <pc:chgData name="Rachaita Dutta" userId="f22006c0bb25b989" providerId="LiveId" clId="{BD8D798F-085B-4A0F-AD29-2F97537857FF}" dt="2025-08-27T09:29:42.226" v="5794" actId="1076"/>
        <pc:sldMkLst>
          <pc:docMk/>
          <pc:sldMk cId="4266880481" sldId="344"/>
        </pc:sldMkLst>
      </pc:sldChg>
      <pc:sldChg chg="delSp modSp add mod modAnim">
        <pc:chgData name="Rachaita Dutta" userId="f22006c0bb25b989" providerId="LiveId" clId="{BD8D798F-085B-4A0F-AD29-2F97537857FF}" dt="2025-08-27T13:23:23.202" v="5974"/>
        <pc:sldMkLst>
          <pc:docMk/>
          <pc:sldMk cId="1243061524" sldId="345"/>
        </pc:sldMkLst>
      </pc:sldChg>
      <pc:sldChg chg="addSp delSp modSp add mod modAnim">
        <pc:chgData name="Rachaita Dutta" userId="f22006c0bb25b989" providerId="LiveId" clId="{BD8D798F-085B-4A0F-AD29-2F97537857FF}" dt="2025-08-27T13:24:22.854" v="5978"/>
        <pc:sldMkLst>
          <pc:docMk/>
          <pc:sldMk cId="3533758584" sldId="346"/>
        </pc:sldMkLst>
      </pc:sldChg>
      <pc:sldChg chg="delSp modSp add mod modAnim">
        <pc:chgData name="Rachaita Dutta" userId="f22006c0bb25b989" providerId="LiveId" clId="{BD8D798F-085B-4A0F-AD29-2F97537857FF}" dt="2025-08-30T09:20:38.248" v="6807" actId="404"/>
        <pc:sldMkLst>
          <pc:docMk/>
          <pc:sldMk cId="240184579" sldId="347"/>
        </pc:sldMkLst>
      </pc:sldChg>
      <pc:sldChg chg="addSp modSp add mod">
        <pc:chgData name="Rachaita Dutta" userId="f22006c0bb25b989" providerId="LiveId" clId="{BD8D798F-085B-4A0F-AD29-2F97537857FF}" dt="2025-08-27T17:03:39.974" v="6130" actId="1076"/>
        <pc:sldMkLst>
          <pc:docMk/>
          <pc:sldMk cId="4283436009" sldId="348"/>
        </pc:sldMkLst>
      </pc:sldChg>
      <pc:sldChg chg="addSp delSp modSp add mod">
        <pc:chgData name="Rachaita Dutta" userId="f22006c0bb25b989" providerId="LiveId" clId="{BD8D798F-085B-4A0F-AD29-2F97537857FF}" dt="2025-08-30T05:20:39.311" v="6520" actId="404"/>
        <pc:sldMkLst>
          <pc:docMk/>
          <pc:sldMk cId="3451658131" sldId="349"/>
        </pc:sldMkLst>
      </pc:sldChg>
      <pc:sldChg chg="addSp delSp modSp new mod">
        <pc:chgData name="Rachaita Dutta" userId="f22006c0bb25b989" providerId="LiveId" clId="{BD8D798F-085B-4A0F-AD29-2F97537857FF}" dt="2025-08-30T05:22:55.591" v="6547" actId="14100"/>
        <pc:sldMkLst>
          <pc:docMk/>
          <pc:sldMk cId="3859169803" sldId="350"/>
        </pc:sldMkLst>
      </pc:sldChg>
      <pc:sldChg chg="modSp add mod">
        <pc:chgData name="Rachaita Dutta" userId="f22006c0bb25b989" providerId="LiveId" clId="{BD8D798F-085B-4A0F-AD29-2F97537857FF}" dt="2025-08-30T09:21:16.451" v="6808" actId="207"/>
        <pc:sldMkLst>
          <pc:docMk/>
          <pc:sldMk cId="1839402328" sldId="351"/>
        </pc:sldMkLst>
      </pc:sldChg>
      <pc:sldChg chg="modSp add mod modAnim">
        <pc:chgData name="Rachaita Dutta" userId="f22006c0bb25b989" providerId="LiveId" clId="{BD8D798F-085B-4A0F-AD29-2F97537857FF}" dt="2025-08-30T09:29:46.258" v="6879" actId="20577"/>
        <pc:sldMkLst>
          <pc:docMk/>
          <pc:sldMk cId="930711633" sldId="352"/>
        </pc:sldMkLst>
      </pc:sldChg>
      <pc:sldChg chg="modSp add mod">
        <pc:chgData name="Rachaita Dutta" userId="f22006c0bb25b989" providerId="LiveId" clId="{BD8D798F-085B-4A0F-AD29-2F97537857FF}" dt="2025-08-30T09:30:00.017" v="6884" actId="404"/>
        <pc:sldMkLst>
          <pc:docMk/>
          <pc:sldMk cId="3424777493" sldId="353"/>
        </pc:sldMkLst>
      </pc:sldChg>
      <pc:sldChg chg="modSp add mod modAnim">
        <pc:chgData name="Rachaita Dutta" userId="f22006c0bb25b989" providerId="LiveId" clId="{BD8D798F-085B-4A0F-AD29-2F97537857FF}" dt="2025-08-31T10:51:51.207" v="7396" actId="207"/>
        <pc:sldMkLst>
          <pc:docMk/>
          <pc:sldMk cId="431625271" sldId="354"/>
        </pc:sldMkLst>
      </pc:sldChg>
      <pc:sldChg chg="addSp delSp modSp new mod modAnim">
        <pc:chgData name="Rachaita Dutta" userId="f22006c0bb25b989" providerId="LiveId" clId="{BD8D798F-085B-4A0F-AD29-2F97537857FF}" dt="2025-09-01T17:19:10.594" v="8317"/>
        <pc:sldMkLst>
          <pc:docMk/>
          <pc:sldMk cId="2145720408" sldId="355"/>
        </pc:sldMkLst>
      </pc:sldChg>
      <pc:sldChg chg="addSp delSp modSp new mod">
        <pc:chgData name="Rachaita Dutta" userId="f22006c0bb25b989" providerId="LiveId" clId="{BD8D798F-085B-4A0F-AD29-2F97537857FF}" dt="2025-08-31T14:51:54.150" v="7749" actId="1076"/>
        <pc:sldMkLst>
          <pc:docMk/>
          <pc:sldMk cId="1958625577" sldId="356"/>
        </pc:sldMkLst>
      </pc:sldChg>
      <pc:sldChg chg="modSp add mod">
        <pc:chgData name="Rachaita Dutta" userId="f22006c0bb25b989" providerId="LiveId" clId="{BD8D798F-085B-4A0F-AD29-2F97537857FF}" dt="2025-08-31T10:58:25.658" v="7568" actId="20577"/>
        <pc:sldMkLst>
          <pc:docMk/>
          <pc:sldMk cId="1562970067" sldId="357"/>
        </pc:sldMkLst>
      </pc:sldChg>
      <pc:sldChg chg="modSp add mod modAnim">
        <pc:chgData name="Rachaita Dutta" userId="f22006c0bb25b989" providerId="LiveId" clId="{BD8D798F-085B-4A0F-AD29-2F97537857FF}" dt="2025-08-31T14:51:28.285" v="7748" actId="20577"/>
        <pc:sldMkLst>
          <pc:docMk/>
          <pc:sldMk cId="419046679" sldId="358"/>
        </pc:sldMkLst>
      </pc:sldChg>
      <pc:sldChg chg="modSp add mod">
        <pc:chgData name="Rachaita Dutta" userId="f22006c0bb25b989" providerId="LiveId" clId="{BD8D798F-085B-4A0F-AD29-2F97537857FF}" dt="2025-08-31T15:21:15.474" v="7848" actId="207"/>
        <pc:sldMkLst>
          <pc:docMk/>
          <pc:sldMk cId="4267959002" sldId="359"/>
        </pc:sldMkLst>
      </pc:sldChg>
      <pc:sldChg chg="modSp add mod">
        <pc:chgData name="Rachaita Dutta" userId="f22006c0bb25b989" providerId="LiveId" clId="{BD8D798F-085B-4A0F-AD29-2F97537857FF}" dt="2025-08-31T17:39:07.545" v="7922" actId="20577"/>
        <pc:sldMkLst>
          <pc:docMk/>
          <pc:sldMk cId="1666454936" sldId="360"/>
        </pc:sldMkLst>
      </pc:sldChg>
      <pc:sldChg chg="addSp delSp modSp new mod">
        <pc:chgData name="Rachaita Dutta" userId="f22006c0bb25b989" providerId="LiveId" clId="{BD8D798F-085B-4A0F-AD29-2F97537857FF}" dt="2025-09-01T17:57:17.884" v="8339" actId="20577"/>
        <pc:sldMkLst>
          <pc:docMk/>
          <pc:sldMk cId="1959932112" sldId="361"/>
        </pc:sldMkLst>
      </pc:sldChg>
      <pc:sldChg chg="modSp add mod">
        <pc:chgData name="Rachaita Dutta" userId="f22006c0bb25b989" providerId="LiveId" clId="{BD8D798F-085B-4A0F-AD29-2F97537857FF}" dt="2025-09-01T04:17:57.782" v="8251" actId="404"/>
        <pc:sldMkLst>
          <pc:docMk/>
          <pc:sldMk cId="2638159120" sldId="362"/>
        </pc:sldMkLst>
      </pc:sldChg>
      <pc:sldChg chg="addSp delSp modSp new mod">
        <pc:chgData name="Rachaita Dutta" userId="f22006c0bb25b989" providerId="LiveId" clId="{BD8D798F-085B-4A0F-AD29-2F97537857FF}" dt="2025-09-01T15:39:56.364" v="8304" actId="207"/>
        <pc:sldMkLst>
          <pc:docMk/>
          <pc:sldMk cId="851274884" sldId="363"/>
        </pc:sldMkLst>
      </pc:sldChg>
    </pc:docChg>
  </pc:docChgLst>
  <pc:docChgLst>
    <pc:chgData name="Rachaita Dutta" userId="f22006c0bb25b989" providerId="LiveId" clId="{FB0DC630-F55C-4724-9BD2-0C4F2FC875F3}"/>
    <pc:docChg chg="undo custSel addSld delSld modSld">
      <pc:chgData name="Rachaita Dutta" userId="f22006c0bb25b989" providerId="LiveId" clId="{FB0DC630-F55C-4724-9BD2-0C4F2FC875F3}" dt="2025-09-08T17:15:32.734" v="1520" actId="1076"/>
      <pc:docMkLst>
        <pc:docMk/>
      </pc:docMkLst>
      <pc:sldChg chg="addSp modSp mod">
        <pc:chgData name="Rachaita Dutta" userId="f22006c0bb25b989" providerId="LiveId" clId="{FB0DC630-F55C-4724-9BD2-0C4F2FC875F3}" dt="2025-09-05T13:48:49.370" v="129" actId="207"/>
        <pc:sldMkLst>
          <pc:docMk/>
          <pc:sldMk cId="2222324472" sldId="308"/>
        </pc:sldMkLst>
      </pc:sldChg>
      <pc:sldChg chg="modSp mod">
        <pc:chgData name="Rachaita Dutta" userId="f22006c0bb25b989" providerId="LiveId" clId="{FB0DC630-F55C-4724-9BD2-0C4F2FC875F3}" dt="2025-09-05T10:05:03.655" v="43" actId="1076"/>
        <pc:sldMkLst>
          <pc:docMk/>
          <pc:sldMk cId="1338167130" sldId="317"/>
        </pc:sldMkLst>
        <pc:spChg chg="mod">
          <ac:chgData name="Rachaita Dutta" userId="f22006c0bb25b989" providerId="LiveId" clId="{FB0DC630-F55C-4724-9BD2-0C4F2FC875F3}" dt="2025-09-05T10:05:03.655" v="43" actId="1076"/>
          <ac:spMkLst>
            <pc:docMk/>
            <pc:sldMk cId="1338167130" sldId="317"/>
            <ac:spMk id="3" creationId="{B45A4A65-E8B8-40CF-7ABD-97EA8FA97521}"/>
          </ac:spMkLst>
        </pc:spChg>
      </pc:sldChg>
      <pc:sldChg chg="addSp delSp modSp new mod">
        <pc:chgData name="Rachaita Dutta" userId="f22006c0bb25b989" providerId="LiveId" clId="{FB0DC630-F55C-4724-9BD2-0C4F2FC875F3}" dt="2025-09-05T14:10:47.964" v="137" actId="1076"/>
        <pc:sldMkLst>
          <pc:docMk/>
          <pc:sldMk cId="1546461221" sldId="318"/>
        </pc:sldMkLst>
      </pc:sldChg>
      <pc:sldChg chg="del">
        <pc:chgData name="Rachaita Dutta" userId="f22006c0bb25b989" providerId="LiveId" clId="{FB0DC630-F55C-4724-9BD2-0C4F2FC875F3}" dt="2025-09-05T10:21:42.575" v="114" actId="47"/>
        <pc:sldMkLst>
          <pc:docMk/>
          <pc:sldMk cId="2327602309" sldId="318"/>
        </pc:sldMkLst>
      </pc:sldChg>
      <pc:sldChg chg="addSp delSp modSp new mod">
        <pc:chgData name="Rachaita Dutta" userId="f22006c0bb25b989" providerId="LiveId" clId="{FB0DC630-F55C-4724-9BD2-0C4F2FC875F3}" dt="2025-09-06T08:44:59.976" v="995" actId="404"/>
        <pc:sldMkLst>
          <pc:docMk/>
          <pc:sldMk cId="451311901" sldId="319"/>
        </pc:sldMkLst>
      </pc:sldChg>
      <pc:sldChg chg="del">
        <pc:chgData name="Rachaita Dutta" userId="f22006c0bb25b989" providerId="LiveId" clId="{FB0DC630-F55C-4724-9BD2-0C4F2FC875F3}" dt="2025-09-05T10:21:42.949" v="115" actId="47"/>
        <pc:sldMkLst>
          <pc:docMk/>
          <pc:sldMk cId="3974836523" sldId="319"/>
        </pc:sldMkLst>
      </pc:sldChg>
      <pc:sldChg chg="addSp delSp modSp new mod">
        <pc:chgData name="Rachaita Dutta" userId="f22006c0bb25b989" providerId="LiveId" clId="{FB0DC630-F55C-4724-9BD2-0C4F2FC875F3}" dt="2025-09-05T15:28:20.519" v="559" actId="404"/>
        <pc:sldMkLst>
          <pc:docMk/>
          <pc:sldMk cId="3721023388" sldId="320"/>
        </pc:sldMkLst>
      </pc:sldChg>
      <pc:sldChg chg="del">
        <pc:chgData name="Rachaita Dutta" userId="f22006c0bb25b989" providerId="LiveId" clId="{FB0DC630-F55C-4724-9BD2-0C4F2FC875F3}" dt="2025-09-05T10:21:43.166" v="116" actId="47"/>
        <pc:sldMkLst>
          <pc:docMk/>
          <pc:sldMk cId="3783136886" sldId="320"/>
        </pc:sldMkLst>
      </pc:sldChg>
      <pc:sldChg chg="del">
        <pc:chgData name="Rachaita Dutta" userId="f22006c0bb25b989" providerId="LiveId" clId="{FB0DC630-F55C-4724-9BD2-0C4F2FC875F3}" dt="2025-09-05T10:21:43.364" v="117" actId="47"/>
        <pc:sldMkLst>
          <pc:docMk/>
          <pc:sldMk cId="1330460107" sldId="321"/>
        </pc:sldMkLst>
      </pc:sldChg>
      <pc:sldChg chg="addSp delSp modSp new mod">
        <pc:chgData name="Rachaita Dutta" userId="f22006c0bb25b989" providerId="LiveId" clId="{FB0DC630-F55C-4724-9BD2-0C4F2FC875F3}" dt="2025-09-05T17:24:21.431" v="722" actId="1076"/>
        <pc:sldMkLst>
          <pc:docMk/>
          <pc:sldMk cId="3068123038" sldId="321"/>
        </pc:sldMkLst>
      </pc:sldChg>
      <pc:sldChg chg="addSp delSp modSp new mod">
        <pc:chgData name="Rachaita Dutta" userId="f22006c0bb25b989" providerId="LiveId" clId="{FB0DC630-F55C-4724-9BD2-0C4F2FC875F3}" dt="2025-09-05T17:20:35.729" v="635" actId="1076"/>
        <pc:sldMkLst>
          <pc:docMk/>
          <pc:sldMk cId="87813908" sldId="322"/>
        </pc:sldMkLst>
      </pc:sldChg>
      <pc:sldChg chg="del">
        <pc:chgData name="Rachaita Dutta" userId="f22006c0bb25b989" providerId="LiveId" clId="{FB0DC630-F55C-4724-9BD2-0C4F2FC875F3}" dt="2025-09-05T10:21:43.949" v="118" actId="47"/>
        <pc:sldMkLst>
          <pc:docMk/>
          <pc:sldMk cId="1644534217" sldId="322"/>
        </pc:sldMkLst>
      </pc:sldChg>
      <pc:sldChg chg="addSp delSp modSp new mod">
        <pc:chgData name="Rachaita Dutta" userId="f22006c0bb25b989" providerId="LiveId" clId="{FB0DC630-F55C-4724-9BD2-0C4F2FC875F3}" dt="2025-09-05T18:07:46.269" v="766" actId="114"/>
        <pc:sldMkLst>
          <pc:docMk/>
          <pc:sldMk cId="972914108" sldId="323"/>
        </pc:sldMkLst>
      </pc:sldChg>
      <pc:sldChg chg="del">
        <pc:chgData name="Rachaita Dutta" userId="f22006c0bb25b989" providerId="LiveId" clId="{FB0DC630-F55C-4724-9BD2-0C4F2FC875F3}" dt="2025-09-05T10:21:44.140" v="119" actId="47"/>
        <pc:sldMkLst>
          <pc:docMk/>
          <pc:sldMk cId="2497304798" sldId="323"/>
        </pc:sldMkLst>
      </pc:sldChg>
      <pc:sldChg chg="del">
        <pc:chgData name="Rachaita Dutta" userId="f22006c0bb25b989" providerId="LiveId" clId="{FB0DC630-F55C-4724-9BD2-0C4F2FC875F3}" dt="2025-09-05T10:21:44.333" v="120" actId="47"/>
        <pc:sldMkLst>
          <pc:docMk/>
          <pc:sldMk cId="669990853" sldId="324"/>
        </pc:sldMkLst>
      </pc:sldChg>
      <pc:sldChg chg="delSp modSp add mod">
        <pc:chgData name="Rachaita Dutta" userId="f22006c0bb25b989" providerId="LiveId" clId="{FB0DC630-F55C-4724-9BD2-0C4F2FC875F3}" dt="2025-09-06T17:04:39.526" v="1145" actId="20577"/>
        <pc:sldMkLst>
          <pc:docMk/>
          <pc:sldMk cId="780421723" sldId="324"/>
        </pc:sldMkLst>
      </pc:sldChg>
      <pc:sldChg chg="addSp delSp modSp new mod">
        <pc:chgData name="Rachaita Dutta" userId="f22006c0bb25b989" providerId="LiveId" clId="{FB0DC630-F55C-4724-9BD2-0C4F2FC875F3}" dt="2025-09-06T08:44:40.678" v="987" actId="1076"/>
        <pc:sldMkLst>
          <pc:docMk/>
          <pc:sldMk cId="2770397835" sldId="325"/>
        </pc:sldMkLst>
      </pc:sldChg>
      <pc:sldChg chg="del">
        <pc:chgData name="Rachaita Dutta" userId="f22006c0bb25b989" providerId="LiveId" clId="{FB0DC630-F55C-4724-9BD2-0C4F2FC875F3}" dt="2025-09-05T10:21:44.515" v="121" actId="47"/>
        <pc:sldMkLst>
          <pc:docMk/>
          <pc:sldMk cId="3573114140" sldId="325"/>
        </pc:sldMkLst>
      </pc:sldChg>
      <pc:sldChg chg="del">
        <pc:chgData name="Rachaita Dutta" userId="f22006c0bb25b989" providerId="LiveId" clId="{FB0DC630-F55C-4724-9BD2-0C4F2FC875F3}" dt="2025-09-05T10:21:44.698" v="122" actId="47"/>
        <pc:sldMkLst>
          <pc:docMk/>
          <pc:sldMk cId="340494408" sldId="326"/>
        </pc:sldMkLst>
      </pc:sldChg>
      <pc:sldChg chg="addSp delSp modSp new mod">
        <pc:chgData name="Rachaita Dutta" userId="f22006c0bb25b989" providerId="LiveId" clId="{FB0DC630-F55C-4724-9BD2-0C4F2FC875F3}" dt="2025-09-06T13:25:06.328" v="1097"/>
        <pc:sldMkLst>
          <pc:docMk/>
          <pc:sldMk cId="1161767987" sldId="326"/>
        </pc:sldMkLst>
      </pc:sldChg>
      <pc:sldChg chg="addSp delSp modSp new mod">
        <pc:chgData name="Rachaita Dutta" userId="f22006c0bb25b989" providerId="LiveId" clId="{FB0DC630-F55C-4724-9BD2-0C4F2FC875F3}" dt="2025-09-06T13:26:58.253" v="1115" actId="1076"/>
        <pc:sldMkLst>
          <pc:docMk/>
          <pc:sldMk cId="337053805" sldId="327"/>
        </pc:sldMkLst>
      </pc:sldChg>
      <pc:sldChg chg="del">
        <pc:chgData name="Rachaita Dutta" userId="f22006c0bb25b989" providerId="LiveId" clId="{FB0DC630-F55C-4724-9BD2-0C4F2FC875F3}" dt="2025-09-05T10:21:44.882" v="123" actId="47"/>
        <pc:sldMkLst>
          <pc:docMk/>
          <pc:sldMk cId="1030558435" sldId="327"/>
        </pc:sldMkLst>
      </pc:sldChg>
      <pc:sldChg chg="add del">
        <pc:chgData name="Rachaita Dutta" userId="f22006c0bb25b989" providerId="LiveId" clId="{FB0DC630-F55C-4724-9BD2-0C4F2FC875F3}" dt="2025-09-06T08:45:22.093" v="1000"/>
        <pc:sldMkLst>
          <pc:docMk/>
          <pc:sldMk cId="1452478768" sldId="327"/>
        </pc:sldMkLst>
      </pc:sldChg>
      <pc:sldChg chg="del">
        <pc:chgData name="Rachaita Dutta" userId="f22006c0bb25b989" providerId="LiveId" clId="{FB0DC630-F55C-4724-9BD2-0C4F2FC875F3}" dt="2025-09-05T10:21:45.046" v="124" actId="47"/>
        <pc:sldMkLst>
          <pc:docMk/>
          <pc:sldMk cId="831985995" sldId="328"/>
        </pc:sldMkLst>
      </pc:sldChg>
      <pc:sldChg chg="modSp add mod">
        <pc:chgData name="Rachaita Dutta" userId="f22006c0bb25b989" providerId="LiveId" clId="{FB0DC630-F55C-4724-9BD2-0C4F2FC875F3}" dt="2025-09-07T09:10:55.866" v="1280" actId="21"/>
        <pc:sldMkLst>
          <pc:docMk/>
          <pc:sldMk cId="1166248074" sldId="328"/>
        </pc:sldMkLst>
      </pc:sldChg>
      <pc:sldChg chg="addSp delSp modSp new mod">
        <pc:chgData name="Rachaita Dutta" userId="f22006c0bb25b989" providerId="LiveId" clId="{FB0DC630-F55C-4724-9BD2-0C4F2FC875F3}" dt="2025-09-07T13:04:16.048" v="1378" actId="22"/>
        <pc:sldMkLst>
          <pc:docMk/>
          <pc:sldMk cId="1659295578" sldId="329"/>
        </pc:sldMkLst>
      </pc:sldChg>
      <pc:sldChg chg="del">
        <pc:chgData name="Rachaita Dutta" userId="f22006c0bb25b989" providerId="LiveId" clId="{FB0DC630-F55C-4724-9BD2-0C4F2FC875F3}" dt="2025-09-05T10:21:45.300" v="125" actId="47"/>
        <pc:sldMkLst>
          <pc:docMk/>
          <pc:sldMk cId="4133031817" sldId="329"/>
        </pc:sldMkLst>
      </pc:sldChg>
      <pc:sldChg chg="del">
        <pc:chgData name="Rachaita Dutta" userId="f22006c0bb25b989" providerId="LiveId" clId="{FB0DC630-F55C-4724-9BD2-0C4F2FC875F3}" dt="2025-09-05T10:21:46.084" v="126" actId="47"/>
        <pc:sldMkLst>
          <pc:docMk/>
          <pc:sldMk cId="1163874103" sldId="330"/>
        </pc:sldMkLst>
      </pc:sldChg>
      <pc:sldChg chg="addSp delSp modSp add mod">
        <pc:chgData name="Rachaita Dutta" userId="f22006c0bb25b989" providerId="LiveId" clId="{FB0DC630-F55C-4724-9BD2-0C4F2FC875F3}" dt="2025-09-08T17:15:32.734" v="1520" actId="1076"/>
        <pc:sldMkLst>
          <pc:docMk/>
          <pc:sldMk cId="3232033403" sldId="330"/>
        </pc:sldMkLst>
      </pc:sldChg>
      <pc:sldChg chg="modSp add mod">
        <pc:chgData name="Rachaita Dutta" userId="f22006c0bb25b989" providerId="LiveId" clId="{FB0DC630-F55C-4724-9BD2-0C4F2FC875F3}" dt="2025-09-08T17:15:16.367" v="1516" actId="207"/>
        <pc:sldMkLst>
          <pc:docMk/>
          <pc:sldMk cId="3252665657" sldId="3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9/15/2025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199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299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3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4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5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696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795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E1F2E-C6D9-6EC0-B74C-3B4C7DEE2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19288-ABB6-A46B-E13A-DC7C68956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2E8F7-97E6-AD60-4813-A436A51A0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4E1D3-168C-4E62-2DFE-83AF8D44C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7520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B7D5E-CAEF-F10C-9651-B1C00BA1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53B2E-4793-3E07-3EC3-CFEEF90FB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6DF9F-6CD4-AAB7-BFF2-0243369DC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F3132-D663-CD4A-DB7F-D5E5ED42D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3162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08BA0-13BC-252D-0E84-0511F5BBA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3A665-F11F-AD4B-2517-4DDA3330E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A964C-21D8-CDBA-44FC-3AF8B2291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176C6-00E4-A590-EDA2-07159EDF1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173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C0966-2041-A57A-B6FB-9F59B0B1A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0035B-30D5-350A-49A7-213FC7738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48142-DD98-04C2-E9A6-2207AEF4B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5E357-DC2C-A0FA-7A4A-AB3F894CB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0050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4E89F-A586-BF5E-39A9-8E4B0375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7073B-D611-A650-10DE-CF2492043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E6378-CE67-E7EF-DB76-524A2E4CB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43066-07C3-8B8E-51B0-6923431AF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59030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E91A6-F5BD-23C5-E18A-57F57CFE8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A5CF54-7DF3-3DE4-705E-18FA74740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465BB-11B2-D51B-A071-94A47CC58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B0408-FF00-8513-85C9-D2C3BE5C7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7128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70" y="1841824"/>
            <a:ext cx="4748735" cy="5016188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42" y="2334664"/>
            <a:ext cx="2225670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" y="0"/>
            <a:ext cx="5880649" cy="6075135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12"/>
            <a:ext cx="5137691" cy="3723308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8" y="914400"/>
            <a:ext cx="10360151" cy="5029200"/>
          </a:xfrm>
        </p:spPr>
        <p:txBody>
          <a:bodyPr anchor="ctr"/>
          <a:lstStyle>
            <a:lvl1pPr algn="ctr"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180443"/>
            <a:ext cx="5327858" cy="3001485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8" y="5597820"/>
            <a:ext cx="2430115" cy="1294335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1" y="3988571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8" y="914400"/>
            <a:ext cx="5641849" cy="5029200"/>
          </a:xfrm>
        </p:spPr>
        <p:txBody>
          <a:bodyPr anchor="ctr" anchorCtr="0"/>
          <a:lstStyle>
            <a:lvl1pPr algn="l">
              <a:defRPr sz="3203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8" y="1143012"/>
            <a:ext cx="4190998" cy="4679828"/>
          </a:xfrm>
        </p:spPr>
        <p:txBody>
          <a:bodyPr/>
          <a:lstStyle>
            <a:lvl1pPr marL="0" indent="0" algn="r">
              <a:buNone/>
              <a:defRPr sz="2394" cap="all" baseline="0"/>
            </a:lvl1pPr>
            <a:lvl2pPr marL="457013" indent="0" algn="r">
              <a:buNone/>
              <a:defRPr sz="1795">
                <a:latin typeface="+mj-lt"/>
              </a:defRPr>
            </a:lvl2pPr>
            <a:lvl3pPr marL="914036" indent="0" algn="r">
              <a:buNone/>
              <a:defRPr/>
            </a:lvl3pPr>
            <a:lvl4pPr marL="1371048" indent="0" algn="r">
              <a:buNone/>
              <a:defRPr/>
            </a:lvl4pPr>
            <a:lvl5pPr marL="1828071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3" y="914400"/>
            <a:ext cx="5641849" cy="5029200"/>
          </a:xfrm>
        </p:spPr>
        <p:txBody>
          <a:bodyPr anchor="ctr"/>
          <a:lstStyle>
            <a:lvl1pPr>
              <a:lnSpc>
                <a:spcPct val="75000"/>
              </a:lnSpc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9" y="1875315"/>
            <a:ext cx="4727117" cy="4998135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5" y="0"/>
            <a:ext cx="5324717" cy="6417735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3" y="0"/>
            <a:ext cx="4790058" cy="6587070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795"/>
            </a:lvl1pPr>
            <a:lvl2pPr marL="457013" indent="0">
              <a:buNone/>
              <a:defRPr sz="2804"/>
            </a:lvl2pPr>
            <a:lvl3pPr marL="914036" indent="0">
              <a:buNone/>
              <a:defRPr sz="2394"/>
            </a:lvl3pPr>
            <a:lvl4pPr marL="1371048" indent="0">
              <a:buNone/>
              <a:defRPr sz="1995"/>
            </a:lvl4pPr>
            <a:lvl5pPr marL="1828071" indent="0">
              <a:buNone/>
              <a:defRPr sz="1995"/>
            </a:lvl5pPr>
            <a:lvl6pPr marL="2285084" indent="0">
              <a:buNone/>
              <a:defRPr sz="1995"/>
            </a:lvl6pPr>
            <a:lvl7pPr marL="2742107" indent="0">
              <a:buNone/>
              <a:defRPr sz="1995"/>
            </a:lvl7pPr>
            <a:lvl8pPr marL="3199119" indent="0">
              <a:buNone/>
              <a:defRPr sz="1995"/>
            </a:lvl8pPr>
            <a:lvl9pPr marL="3656142" indent="0">
              <a:buNone/>
              <a:defRPr sz="19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9" y="0"/>
            <a:ext cx="5288935" cy="6858000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5" y="-26172"/>
            <a:ext cx="5273225" cy="1169183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51" y="3200880"/>
            <a:ext cx="4200862" cy="3685695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5"/>
          </a:xfrm>
        </p:spPr>
        <p:txBody>
          <a:bodyPr anchor="b"/>
          <a:lstStyle>
            <a:lvl1pPr>
              <a:lnSpc>
                <a:spcPct val="75000"/>
              </a:lnSpc>
              <a:defRPr sz="47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261780"/>
            <a:ext cx="5046135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1995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5" y="4681725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394" b="0" cap="all" baseline="0"/>
            </a:lvl1pPr>
            <a:lvl2pPr>
              <a:defRPr sz="2394"/>
            </a:lvl2pPr>
            <a:lvl3pPr>
              <a:defRPr sz="2394"/>
            </a:lvl3pPr>
            <a:lvl4pPr>
              <a:defRPr sz="2394"/>
            </a:lvl4pPr>
            <a:lvl5pPr>
              <a:defRPr sz="2394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8" y="5209699"/>
            <a:ext cx="3221255" cy="1682468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2" y="914400"/>
            <a:ext cx="7534657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3" y="5010315"/>
            <a:ext cx="3307890" cy="1876020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8" y="4650285"/>
            <a:ext cx="1859769" cy="2207715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83" y="2130046"/>
            <a:ext cx="5509163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3" y="2039126"/>
            <a:ext cx="7150609" cy="3356573"/>
          </a:xfrm>
        </p:spPr>
        <p:txBody>
          <a:bodyPr>
            <a:normAutofit/>
          </a:bodyPr>
          <a:lstStyle>
            <a:lvl1pPr>
              <a:defRPr sz="1995"/>
            </a:lvl1pPr>
            <a:lvl2pPr>
              <a:defRPr sz="1795"/>
            </a:lvl2pPr>
            <a:lvl3pPr>
              <a:defRPr sz="1596"/>
            </a:lvl3pPr>
            <a:lvl4pPr>
              <a:defRPr sz="1397"/>
            </a:lvl4pPr>
            <a:lvl5pPr>
              <a:defRPr sz="139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0"/>
            <a:ext cx="3216357" cy="3480450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8" y="1618827"/>
            <a:ext cx="3154525" cy="5229818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0" y="2673015"/>
            <a:ext cx="1697024" cy="1898715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2476444" cy="3377250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11"/>
            <a:ext cx="10360151" cy="2843783"/>
          </a:xfrm>
        </p:spPr>
        <p:txBody>
          <a:bodyPr anchor="b" anchorCtr="0"/>
          <a:lstStyle>
            <a:lvl1pPr algn="ctr">
              <a:defRPr sz="4799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7" y="3825889"/>
            <a:ext cx="8109771" cy="264477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94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3" y="2039127"/>
            <a:ext cx="4576953" cy="3877058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9" y="2039127"/>
            <a:ext cx="4576953" cy="3877058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5"/>
            <a:ext cx="4707470" cy="978195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501" y="0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" y="12"/>
            <a:ext cx="12192000" cy="6800408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4" y="2039115"/>
            <a:ext cx="3364991" cy="3904485"/>
          </a:xfrm>
        </p:spPr>
        <p:txBody>
          <a:bodyPr>
            <a:normAutofit/>
          </a:bodyPr>
          <a:lstStyle>
            <a:lvl1pPr marL="228512" indent="-228512">
              <a:buFont typeface="+mj-lt"/>
              <a:buAutoNum type="arabicPeriod"/>
              <a:defRPr sz="1995"/>
            </a:lvl1pPr>
            <a:lvl2pPr marL="685524" indent="-457013">
              <a:spcBef>
                <a:spcPts val="998"/>
              </a:spcBef>
              <a:buFont typeface="+mj-lt"/>
              <a:buAutoNum type="alphaLcPeriod"/>
              <a:defRPr sz="1995"/>
            </a:lvl2pPr>
            <a:lvl3pPr marL="914036" indent="-457013">
              <a:spcBef>
                <a:spcPts val="998"/>
              </a:spcBef>
              <a:buFont typeface="+mj-lt"/>
              <a:buAutoNum type="arabicParenR"/>
              <a:defRPr sz="1995"/>
            </a:lvl3pPr>
            <a:lvl4pPr marL="1142547" indent="-457013">
              <a:spcBef>
                <a:spcPts val="998"/>
              </a:spcBef>
              <a:buFont typeface="+mj-lt"/>
              <a:buAutoNum type="alphaLcParenR"/>
              <a:defRPr sz="1995"/>
            </a:lvl4pPr>
            <a:lvl5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5"/>
            <a:ext cx="6537960" cy="3904485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"/>
            <a:ext cx="4303817" cy="6100298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34" y="3184878"/>
            <a:ext cx="3027833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2" y="914400"/>
            <a:ext cx="7534657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4" y="2039115"/>
            <a:ext cx="5650991" cy="3904485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8" y="-20742"/>
            <a:ext cx="4589511" cy="6555023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199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52" y="-93863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28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" y="12"/>
            <a:ext cx="3097831" cy="2532428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8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4" y="2039108"/>
            <a:ext cx="2816351" cy="3840480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08"/>
            <a:ext cx="6949440" cy="3840480"/>
          </a:xfrm>
        </p:spPr>
        <p:txBody>
          <a:bodyPr>
            <a:normAutofit/>
          </a:bodyPr>
          <a:lstStyle>
            <a:lvl1pPr marL="228512" indent="-228512">
              <a:buFont typeface="Courier New" panose="02070309020205020404" pitchFamily="49" charset="0"/>
              <a:buChar char="o"/>
              <a:defRPr sz="1995"/>
            </a:lvl1pPr>
            <a:lvl2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205657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2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4" y="-30585"/>
            <a:ext cx="5047482" cy="6915255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039108"/>
            <a:ext cx="6729984" cy="3840480"/>
          </a:xfrm>
        </p:spPr>
        <p:txBody>
          <a:bodyPr>
            <a:normAutofit/>
          </a:bodyPr>
          <a:lstStyle>
            <a:lvl1pPr marL="228512" indent="-228512">
              <a:buFont typeface="Courier New" panose="02070309020205020404" pitchFamily="49" charset="0"/>
              <a:buChar char="o"/>
              <a:defRPr sz="1995" cap="all" baseline="0"/>
            </a:lvl1pPr>
            <a:lvl2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205657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4" y="2039108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5"/>
            <a:ext cx="12192000" cy="3586575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1" y="11"/>
            <a:ext cx="5362677" cy="590063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3" y="2039119"/>
            <a:ext cx="10360025" cy="337413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2" y="3001414"/>
            <a:ext cx="3865902" cy="3856598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" y="0"/>
            <a:ext cx="4267591" cy="2882745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72" y="1187809"/>
            <a:ext cx="1678578" cy="546056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3" y="914400"/>
            <a:ext cx="5641849" cy="5029200"/>
          </a:xfrm>
        </p:spPr>
        <p:txBody>
          <a:bodyPr anchor="ctr"/>
          <a:lstStyle>
            <a:lvl1pPr algn="l"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60" y="914400"/>
            <a:ext cx="3867911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1995" cap="all" baseline="0"/>
            </a:lvl1pPr>
            <a:lvl2pPr marL="0" indent="0">
              <a:spcBef>
                <a:spcPts val="998"/>
              </a:spcBef>
              <a:buFont typeface="Courier New" panose="02070309020205020404" pitchFamily="49" charset="0"/>
              <a:buNone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8" y="5209699"/>
            <a:ext cx="3221255" cy="1682468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5" y="4321740"/>
            <a:ext cx="1859769" cy="2536260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3"/>
            <a:ext cx="105156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7"/>
            <a:ext cx="105156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4" y="6464817"/>
            <a:ext cx="987551" cy="310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7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7" y="6464817"/>
            <a:ext cx="3438144" cy="310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7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8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036" rtl="0" eaLnBrk="1" latinLnBrk="0" hangingPunct="1">
        <a:lnSpc>
          <a:spcPct val="90000"/>
        </a:lnSpc>
        <a:spcBef>
          <a:spcPct val="0"/>
        </a:spcBef>
        <a:buNone/>
        <a:defRPr sz="59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12" indent="-228512" algn="l" defTabSz="914036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804" kern="1200">
          <a:solidFill>
            <a:schemeClr val="tx1"/>
          </a:solidFill>
          <a:latin typeface="+mn-lt"/>
          <a:ea typeface="+mn-ea"/>
          <a:cs typeface="+mn-cs"/>
        </a:defRPr>
      </a:lvl1pPr>
      <a:lvl2pPr marL="685524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2547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0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6572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13595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70608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7631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3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7013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4036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8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8071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4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7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9119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56142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57" y="722410"/>
            <a:ext cx="10360151" cy="5029196"/>
          </a:xfrm>
        </p:spPr>
        <p:txBody>
          <a:bodyPr anchor="ctr"/>
          <a:lstStyle/>
          <a:p>
            <a:r>
              <a:rPr lang="en-US" sz="5397" dirty="0"/>
              <a:t>Sandboxing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55C3E6-4AED-9B82-71A7-98395D7A1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3066"/>
            <a:ext cx="12192000" cy="502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4E2B-1BCF-9620-330E-21A8C9264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8B1A02-7F7C-FEFE-DB38-8E4DC9DA6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379276"/>
            <a:ext cx="12051792" cy="529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377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03B4C-1957-36C4-1296-546470F22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F5B46D-295D-2981-FE7E-48271FC69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"/>
            <a:ext cx="12192000" cy="650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96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3A893-08D7-AA63-DBBB-D3BA3D35F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19C66D-3904-F3BD-A279-58E7889AE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6" y="329184"/>
            <a:ext cx="12043327" cy="615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73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9BB83-1338-B041-51ED-375B8E806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9E24DE-A7B6-F432-5675-5A4B5A9FB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"/>
            <a:ext cx="12192000" cy="615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6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A3A2-5334-A347-4292-CC1BE8E4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F03074-662C-8D1D-8720-DE6AD326C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23" y="329184"/>
            <a:ext cx="11741753" cy="607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88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FC2DE-B0EF-0843-AE3D-6909178A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7E7C30-3059-EA40-7A6F-6690FD30C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49" y="338328"/>
            <a:ext cx="11722702" cy="622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83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77" y="914434"/>
            <a:ext cx="3867917" cy="5029196"/>
          </a:xfrm>
        </p:spPr>
        <p:txBody>
          <a:bodyPr anchor="ctr"/>
          <a:lstStyle/>
          <a:p>
            <a:r>
              <a:rPr lang="en-US" dirty="0">
                <a:solidFill>
                  <a:srgbClr val="3366CC"/>
                </a:solidFill>
              </a:rPr>
              <a:t>Dr. Rachaita Dutta</a:t>
            </a:r>
          </a:p>
          <a:p>
            <a:r>
              <a:rPr lang="en-US" dirty="0">
                <a:solidFill>
                  <a:srgbClr val="3366CC"/>
                </a:solidFill>
              </a:rPr>
              <a:t>Assistant professor</a:t>
            </a:r>
          </a:p>
          <a:p>
            <a:r>
              <a:rPr lang="en-US" dirty="0">
                <a:solidFill>
                  <a:srgbClr val="3366CC"/>
                </a:solidFill>
              </a:rPr>
              <a:t>Dept. of </a:t>
            </a:r>
            <a:r>
              <a:rPr lang="en-US" dirty="0" err="1">
                <a:solidFill>
                  <a:srgbClr val="3366CC"/>
                </a:solidFill>
              </a:rPr>
              <a:t>mca</a:t>
            </a:r>
            <a:endParaRPr lang="en-US" dirty="0">
              <a:solidFill>
                <a:srgbClr val="3366CC"/>
              </a:solidFill>
            </a:endParaRPr>
          </a:p>
          <a:p>
            <a:pPr lvl="1"/>
            <a:r>
              <a:rPr lang="en-US" dirty="0">
                <a:solidFill>
                  <a:srgbClr val="3366CC"/>
                </a:solidFill>
              </a:rPr>
              <a:t>9007223301</a:t>
            </a:r>
          </a:p>
          <a:p>
            <a:pPr lvl="1"/>
            <a:r>
              <a:rPr lang="en-US" dirty="0">
                <a:solidFill>
                  <a:srgbClr val="3366CC"/>
                </a:solidFill>
              </a:rPr>
              <a:t>rachaitadutta@my.amrita.edu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{B98133CB-3674-4F35-B50A-DE48D38308D6}tf11964407_win32</Template>
  <TotalTime>25353</TotalTime>
  <Words>30</Words>
  <Application>Microsoft Office PowerPoint</Application>
  <PresentationFormat>Widescreen</PresentationFormat>
  <Paragraphs>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Gill Sans Nova Light</vt:lpstr>
      <vt:lpstr>Sagona Book</vt:lpstr>
      <vt:lpstr>Custom</vt:lpstr>
      <vt:lpstr>Sandboxing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Rachaita Dutta</dc:creator>
  <cp:lastModifiedBy>Rachaita Dutta</cp:lastModifiedBy>
  <cp:revision>1</cp:revision>
  <dcterms:created xsi:type="dcterms:W3CDTF">2025-07-21T05:05:59Z</dcterms:created>
  <dcterms:modified xsi:type="dcterms:W3CDTF">2025-09-15T09:29:10Z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