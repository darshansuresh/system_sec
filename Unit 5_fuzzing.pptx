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317" r:id="rId5"/>
    <p:sldId id="364" r:id="rId6"/>
    <p:sldId id="365" r:id="rId7"/>
    <p:sldId id="366" r:id="rId8"/>
    <p:sldId id="367" r:id="rId9"/>
    <p:sldId id="368" r:id="rId10"/>
    <p:sldId id="369" r:id="rId11"/>
    <p:sldId id="373" r:id="rId12"/>
    <p:sldId id="374" r:id="rId13"/>
    <p:sldId id="375" r:id="rId14"/>
    <p:sldId id="376" r:id="rId15"/>
    <p:sldId id="377" r:id="rId16"/>
    <p:sldId id="378" r:id="rId17"/>
    <p:sldId id="379" r:id="rId18"/>
    <p:sldId id="380" r:id="rId19"/>
    <p:sldId id="370" r:id="rId20"/>
    <p:sldId id="371" r:id="rId21"/>
    <p:sldId id="372" r:id="rId22"/>
    <p:sldId id="304" r:id="rId23"/>
  </p:sldIdLst>
  <p:sldSz cx="12192000" cy="6858000"/>
  <p:notesSz cx="6858000" cy="9144000"/>
  <p:defaultTextStyle>
    <a:defPPr>
      <a:defRPr lang="en-US"/>
    </a:defPPr>
    <a:lvl1pPr marL="0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00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199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299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398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498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598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696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795" algn="l" defTabSz="914199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5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5" userDrawn="1">
          <p15:clr>
            <a:srgbClr val="A4A3A4"/>
          </p15:clr>
        </p15:guide>
        <p15:guide id="4" orient="horz" pos="2310" userDrawn="1">
          <p15:clr>
            <a:srgbClr val="A4A3A4"/>
          </p15:clr>
        </p15:guide>
        <p15:guide id="5" orient="horz" pos="1943" userDrawn="1">
          <p15:clr>
            <a:srgbClr val="A4A3A4"/>
          </p15:clr>
        </p15:guide>
        <p15:guide id="6" orient="horz" pos="23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7D58"/>
    <a:srgbClr val="CE3665"/>
    <a:srgbClr val="442DEF"/>
    <a:srgbClr val="7D0B47"/>
    <a:srgbClr val="831105"/>
    <a:srgbClr val="961289"/>
    <a:srgbClr val="A69516"/>
    <a:srgbClr val="2F913F"/>
    <a:srgbClr val="F0D614"/>
    <a:srgbClr val="4A88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5A6948-8BD6-499E-AB9E-677719AA026A}" v="39" dt="2025-10-29T17:33:51.890"/>
  </p1510:revLst>
</p1510:revInfo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04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>
        <p:guide orient="horz" pos="525"/>
        <p:guide pos="3864"/>
        <p:guide orient="horz" pos="1275"/>
        <p:guide orient="horz" pos="2310"/>
        <p:guide orient="horz" pos="1943"/>
        <p:guide orient="horz" pos="2325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chaita Dutta" userId="f22006c0bb25b989" providerId="LiveId" clId="{43D6A120-8338-4105-B7EE-91FFC40EFF88}"/>
    <pc:docChg chg="undo custSel addSld delSld modSld sldOrd">
      <pc:chgData name="Rachaita Dutta" userId="f22006c0bb25b989" providerId="LiveId" clId="{43D6A120-8338-4105-B7EE-91FFC40EFF88}" dt="2025-07-22T12:12:13.239" v="6452" actId="478"/>
      <pc:docMkLst>
        <pc:docMk/>
      </pc:docMkLst>
      <pc:sldChg chg="del">
        <pc:chgData name="Rachaita Dutta" userId="f22006c0bb25b989" providerId="LiveId" clId="{43D6A120-8338-4105-B7EE-91FFC40EFF88}" dt="2025-07-21T10:34:23.490" v="4561" actId="47"/>
        <pc:sldMkLst>
          <pc:docMk/>
          <pc:sldMk cId="1096717490" sldId="263"/>
        </pc:sldMkLst>
      </pc:sldChg>
      <pc:sldChg chg="addSp delSp modSp del mod">
        <pc:chgData name="Rachaita Dutta" userId="f22006c0bb25b989" providerId="LiveId" clId="{43D6A120-8338-4105-B7EE-91FFC40EFF88}" dt="2025-07-21T06:01:38.910" v="823" actId="47"/>
        <pc:sldMkLst>
          <pc:docMk/>
          <pc:sldMk cId="520000563" sldId="278"/>
        </pc:sldMkLst>
      </pc:sldChg>
      <pc:sldChg chg="modSp mod">
        <pc:chgData name="Rachaita Dutta" userId="f22006c0bb25b989" providerId="LiveId" clId="{43D6A120-8338-4105-B7EE-91FFC40EFF88}" dt="2025-07-21T05:21:55.904" v="262" actId="207"/>
        <pc:sldMkLst>
          <pc:docMk/>
          <pc:sldMk cId="586478555" sldId="307"/>
        </pc:sldMkLst>
      </pc:sldChg>
      <pc:sldChg chg="addSp delSp modSp mod">
        <pc:chgData name="Rachaita Dutta" userId="f22006c0bb25b989" providerId="LiveId" clId="{43D6A120-8338-4105-B7EE-91FFC40EFF88}" dt="2025-07-21T05:49:35.811" v="808" actId="115"/>
        <pc:sldMkLst>
          <pc:docMk/>
          <pc:sldMk cId="2222324472" sldId="308"/>
        </pc:sldMkLst>
      </pc:sldChg>
      <pc:sldChg chg="addSp delSp modSp mod">
        <pc:chgData name="Rachaita Dutta" userId="f22006c0bb25b989" providerId="LiveId" clId="{43D6A120-8338-4105-B7EE-91FFC40EFF88}" dt="2025-07-21T09:49:56.584" v="3768" actId="207"/>
        <pc:sldMkLst>
          <pc:docMk/>
          <pc:sldMk cId="1966913227" sldId="309"/>
        </pc:sldMkLst>
      </pc:sldChg>
      <pc:sldChg chg="del">
        <pc:chgData name="Rachaita Dutta" userId="f22006c0bb25b989" providerId="LiveId" clId="{43D6A120-8338-4105-B7EE-91FFC40EFF88}" dt="2025-07-21T10:34:38.371" v="4564" actId="47"/>
        <pc:sldMkLst>
          <pc:docMk/>
          <pc:sldMk cId="4230106960" sldId="310"/>
        </pc:sldMkLst>
      </pc:sldChg>
      <pc:sldChg chg="del">
        <pc:chgData name="Rachaita Dutta" userId="f22006c0bb25b989" providerId="LiveId" clId="{43D6A120-8338-4105-B7EE-91FFC40EFF88}" dt="2025-07-21T10:34:35.464" v="4563" actId="47"/>
        <pc:sldMkLst>
          <pc:docMk/>
          <pc:sldMk cId="3748348926" sldId="311"/>
        </pc:sldMkLst>
      </pc:sldChg>
      <pc:sldChg chg="del">
        <pc:chgData name="Rachaita Dutta" userId="f22006c0bb25b989" providerId="LiveId" clId="{43D6A120-8338-4105-B7EE-91FFC40EFF88}" dt="2025-07-21T08:06:27.501" v="1837" actId="47"/>
        <pc:sldMkLst>
          <pc:docMk/>
          <pc:sldMk cId="859909800" sldId="312"/>
        </pc:sldMkLst>
      </pc:sldChg>
      <pc:sldChg chg="del">
        <pc:chgData name="Rachaita Dutta" userId="f22006c0bb25b989" providerId="LiveId" clId="{43D6A120-8338-4105-B7EE-91FFC40EFF88}" dt="2025-07-21T10:34:30.271" v="4562" actId="47"/>
        <pc:sldMkLst>
          <pc:docMk/>
          <pc:sldMk cId="4132147533" sldId="314"/>
        </pc:sldMkLst>
      </pc:sldChg>
      <pc:sldChg chg="addSp delSp modSp mod ord">
        <pc:chgData name="Rachaita Dutta" userId="f22006c0bb25b989" providerId="LiveId" clId="{43D6A120-8338-4105-B7EE-91FFC40EFF88}" dt="2025-07-22T12:11:09.419" v="6444"/>
        <pc:sldMkLst>
          <pc:docMk/>
          <pc:sldMk cId="3064996118" sldId="315"/>
        </pc:sldMkLst>
      </pc:sldChg>
      <pc:sldChg chg="addSp delSp modSp mod">
        <pc:chgData name="Rachaita Dutta" userId="f22006c0bb25b989" providerId="LiveId" clId="{43D6A120-8338-4105-B7EE-91FFC40EFF88}" dt="2025-07-22T12:10:04.159" v="6436" actId="14100"/>
        <pc:sldMkLst>
          <pc:docMk/>
          <pc:sldMk cId="537809529" sldId="316"/>
        </pc:sldMkLst>
      </pc:sldChg>
      <pc:sldChg chg="addSp delSp modSp add mod">
        <pc:chgData name="Rachaita Dutta" userId="f22006c0bb25b989" providerId="LiveId" clId="{43D6A120-8338-4105-B7EE-91FFC40EFF88}" dt="2025-07-21T08:34:22.133" v="2695" actId="14100"/>
        <pc:sldMkLst>
          <pc:docMk/>
          <pc:sldMk cId="882450772" sldId="318"/>
        </pc:sldMkLst>
      </pc:sldChg>
      <pc:sldChg chg="delSp add del mod">
        <pc:chgData name="Rachaita Dutta" userId="f22006c0bb25b989" providerId="LiveId" clId="{43D6A120-8338-4105-B7EE-91FFC40EFF88}" dt="2025-07-21T09:52:07.663" v="3770" actId="47"/>
        <pc:sldMkLst>
          <pc:docMk/>
          <pc:sldMk cId="2715172811" sldId="319"/>
        </pc:sldMkLst>
      </pc:sldChg>
      <pc:sldChg chg="modSp add mod">
        <pc:chgData name="Rachaita Dutta" userId="f22006c0bb25b989" providerId="LiveId" clId="{43D6A120-8338-4105-B7EE-91FFC40EFF88}" dt="2025-07-21T10:35:23.442" v="4616" actId="20577"/>
        <pc:sldMkLst>
          <pc:docMk/>
          <pc:sldMk cId="1207166195" sldId="320"/>
        </pc:sldMkLst>
      </pc:sldChg>
      <pc:sldChg chg="addSp modSp add mod">
        <pc:chgData name="Rachaita Dutta" userId="f22006c0bb25b989" providerId="LiveId" clId="{43D6A120-8338-4105-B7EE-91FFC40EFF88}" dt="2025-07-21T17:38:24.212" v="5781" actId="1038"/>
        <pc:sldMkLst>
          <pc:docMk/>
          <pc:sldMk cId="710943388" sldId="321"/>
        </pc:sldMkLst>
      </pc:sldChg>
      <pc:sldChg chg="addSp delSp modSp add mod ord">
        <pc:chgData name="Rachaita Dutta" userId="f22006c0bb25b989" providerId="LiveId" clId="{43D6A120-8338-4105-B7EE-91FFC40EFF88}" dt="2025-07-22T12:11:36.175" v="6447"/>
        <pc:sldMkLst>
          <pc:docMk/>
          <pc:sldMk cId="3068126258" sldId="322"/>
        </pc:sldMkLst>
      </pc:sldChg>
      <pc:sldChg chg="delSp modSp add mod">
        <pc:chgData name="Rachaita Dutta" userId="f22006c0bb25b989" providerId="LiveId" clId="{43D6A120-8338-4105-B7EE-91FFC40EFF88}" dt="2025-07-22T12:12:13.239" v="6452" actId="478"/>
        <pc:sldMkLst>
          <pc:docMk/>
          <pc:sldMk cId="1906506350" sldId="323"/>
        </pc:sldMkLst>
      </pc:sldChg>
    </pc:docChg>
  </pc:docChgLst>
  <pc:docChgLst>
    <pc:chgData name="Rachaita Dutta" userId="f22006c0bb25b989" providerId="LiveId" clId="{0FBB7983-2134-4D35-8BA0-D5569169BFB1}"/>
    <pc:docChg chg="undo custSel addSld modSld">
      <pc:chgData name="Rachaita Dutta" userId="f22006c0bb25b989" providerId="LiveId" clId="{0FBB7983-2134-4D35-8BA0-D5569169BFB1}" dt="2025-07-25T05:21:39.755" v="2515" actId="1076"/>
      <pc:docMkLst>
        <pc:docMk/>
      </pc:docMkLst>
      <pc:sldChg chg="modSp mod">
        <pc:chgData name="Rachaita Dutta" userId="f22006c0bb25b989" providerId="LiveId" clId="{0FBB7983-2134-4D35-8BA0-D5569169BFB1}" dt="2025-07-23T14:08:32.415" v="2484" actId="207"/>
        <pc:sldMkLst>
          <pc:docMk/>
          <pc:sldMk cId="2188828507" sldId="304"/>
        </pc:sldMkLst>
      </pc:sldChg>
      <pc:sldChg chg="addSp delSp modSp mod">
        <pc:chgData name="Rachaita Dutta" userId="f22006c0bb25b989" providerId="LiveId" clId="{0FBB7983-2134-4D35-8BA0-D5569169BFB1}" dt="2025-07-25T04:18:08.219" v="2506" actId="1076"/>
        <pc:sldMkLst>
          <pc:docMk/>
          <pc:sldMk cId="3064996118" sldId="315"/>
        </pc:sldMkLst>
      </pc:sldChg>
      <pc:sldChg chg="addSp modSp mod">
        <pc:chgData name="Rachaita Dutta" userId="f22006c0bb25b989" providerId="LiveId" clId="{0FBB7983-2134-4D35-8BA0-D5569169BFB1}" dt="2025-07-22T13:29:24.185" v="29" actId="20577"/>
        <pc:sldMkLst>
          <pc:docMk/>
          <pc:sldMk cId="537809529" sldId="316"/>
        </pc:sldMkLst>
      </pc:sldChg>
      <pc:sldChg chg="modSp mod">
        <pc:chgData name="Rachaita Dutta" userId="f22006c0bb25b989" providerId="LiveId" clId="{0FBB7983-2134-4D35-8BA0-D5569169BFB1}" dt="2025-07-22T13:47:57.367" v="253" actId="20577"/>
        <pc:sldMkLst>
          <pc:docMk/>
          <pc:sldMk cId="710943388" sldId="321"/>
        </pc:sldMkLst>
      </pc:sldChg>
      <pc:sldChg chg="addSp delSp modSp mod">
        <pc:chgData name="Rachaita Dutta" userId="f22006c0bb25b989" providerId="LiveId" clId="{0FBB7983-2134-4D35-8BA0-D5569169BFB1}" dt="2025-07-22T14:55:10.856" v="1119" actId="1035"/>
        <pc:sldMkLst>
          <pc:docMk/>
          <pc:sldMk cId="1906506350" sldId="323"/>
        </pc:sldMkLst>
      </pc:sldChg>
      <pc:sldChg chg="addSp delSp modSp add mod">
        <pc:chgData name="Rachaita Dutta" userId="f22006c0bb25b989" providerId="LiveId" clId="{0FBB7983-2134-4D35-8BA0-D5569169BFB1}" dt="2025-07-25T04:17:28.266" v="2500" actId="1076"/>
        <pc:sldMkLst>
          <pc:docMk/>
          <pc:sldMk cId="1974327970" sldId="324"/>
        </pc:sldMkLst>
      </pc:sldChg>
      <pc:sldChg chg="addSp delSp modSp new mod">
        <pc:chgData name="Rachaita Dutta" userId="f22006c0bb25b989" providerId="LiveId" clId="{0FBB7983-2134-4D35-8BA0-D5569169BFB1}" dt="2025-07-25T05:21:39.755" v="2515" actId="1076"/>
        <pc:sldMkLst>
          <pc:docMk/>
          <pc:sldMk cId="2683570500" sldId="325"/>
        </pc:sldMkLst>
      </pc:sldChg>
    </pc:docChg>
  </pc:docChgLst>
  <pc:docChgLst>
    <pc:chgData name="Rachaita Dutta" userId="f22006c0bb25b989" providerId="LiveId" clId="{C9CC4FF0-0674-4239-A695-D4BB51F3ACF6}"/>
    <pc:docChg chg="undo custSel addSld delSld modSld modMainMaster modNotesMaster">
      <pc:chgData name="Rachaita Dutta" userId="f22006c0bb25b989" providerId="LiveId" clId="{C9CC4FF0-0674-4239-A695-D4BB51F3ACF6}" dt="2025-10-29T17:34:32.511" v="2322" actId="14100"/>
      <pc:docMkLst>
        <pc:docMk/>
      </pc:docMkLst>
      <pc:sldChg chg="modSp modNotes">
        <pc:chgData name="Rachaita Dutta" userId="f22006c0bb25b989" providerId="LiveId" clId="{C9CC4FF0-0674-4239-A695-D4BB51F3ACF6}" dt="2025-09-12T17:01:20.260" v="630"/>
        <pc:sldMkLst>
          <pc:docMk/>
          <pc:sldMk cId="2188828507" sldId="304"/>
        </pc:sldMkLst>
      </pc:sldChg>
      <pc:sldChg chg="addSp delSp modSp del mod modNotes">
        <pc:chgData name="Rachaita Dutta" userId="f22006c0bb25b989" providerId="LiveId" clId="{C9CC4FF0-0674-4239-A695-D4BB51F3ACF6}" dt="2025-10-24T09:26:10.323" v="1703" actId="47"/>
        <pc:sldMkLst>
          <pc:docMk/>
          <pc:sldMk cId="2222324472" sldId="308"/>
        </pc:sldMkLst>
      </pc:sldChg>
      <pc:sldChg chg="modSp mod modNotes">
        <pc:chgData name="Rachaita Dutta" userId="f22006c0bb25b989" providerId="LiveId" clId="{C9CC4FF0-0674-4239-A695-D4BB51F3ACF6}" dt="2025-10-29T04:44:06.206" v="2090" actId="20577"/>
        <pc:sldMkLst>
          <pc:docMk/>
          <pc:sldMk cId="1338167130" sldId="317"/>
        </pc:sldMkLst>
        <pc:spChg chg="mod">
          <ac:chgData name="Rachaita Dutta" userId="f22006c0bb25b989" providerId="LiveId" clId="{C9CC4FF0-0674-4239-A695-D4BB51F3ACF6}" dt="2025-10-29T04:44:06.206" v="2090" actId="20577"/>
          <ac:spMkLst>
            <pc:docMk/>
            <pc:sldMk cId="1338167130" sldId="317"/>
            <ac:spMk id="3" creationId="{B45A4A65-E8B8-40CF-7ABD-97EA8FA97521}"/>
          </ac:spMkLst>
        </pc:spChg>
      </pc:sldChg>
      <pc:sldChg chg="addSp delSp modSp add del mod">
        <pc:chgData name="Rachaita Dutta" userId="f22006c0bb25b989" providerId="LiveId" clId="{C9CC4FF0-0674-4239-A695-D4BB51F3ACF6}" dt="2025-09-23T04:12:13.992" v="859" actId="47"/>
        <pc:sldMkLst>
          <pc:docMk/>
          <pc:sldMk cId="1260377038" sldId="318"/>
        </pc:sldMkLst>
      </pc:sldChg>
      <pc:sldChg chg="addSp delSp modSp del mod">
        <pc:chgData name="Rachaita Dutta" userId="f22006c0bb25b989" providerId="LiveId" clId="{C9CC4FF0-0674-4239-A695-D4BB51F3ACF6}" dt="2025-09-15T09:20:59.397" v="729" actId="47"/>
        <pc:sldMkLst>
          <pc:docMk/>
          <pc:sldMk cId="1546461221" sldId="318"/>
        </pc:sldMkLst>
      </pc:sldChg>
      <pc:sldChg chg="addSp delSp modSp add del mod">
        <pc:chgData name="Rachaita Dutta" userId="f22006c0bb25b989" providerId="LiveId" clId="{C9CC4FF0-0674-4239-A695-D4BB51F3ACF6}" dt="2025-10-12T09:22:49.229" v="1196" actId="47"/>
        <pc:sldMkLst>
          <pc:docMk/>
          <pc:sldMk cId="3858755493" sldId="318"/>
        </pc:sldMkLst>
      </pc:sldChg>
      <pc:sldChg chg="addSp delSp modSp add del mod">
        <pc:chgData name="Rachaita Dutta" userId="f22006c0bb25b989" providerId="LiveId" clId="{C9CC4FF0-0674-4239-A695-D4BB51F3ACF6}" dt="2025-10-07T09:28:37.877" v="963" actId="47"/>
        <pc:sldMkLst>
          <pc:docMk/>
          <pc:sldMk cId="4165644169" sldId="318"/>
        </pc:sldMkLst>
      </pc:sldChg>
      <pc:sldChg chg="addSp delSp modSp add del mod">
        <pc:chgData name="Rachaita Dutta" userId="f22006c0bb25b989" providerId="LiveId" clId="{C9CC4FF0-0674-4239-A695-D4BB51F3ACF6}" dt="2025-10-24T09:26:10.535" v="1704" actId="47"/>
        <pc:sldMkLst>
          <pc:docMk/>
          <pc:sldMk cId="4203768375" sldId="318"/>
        </pc:sldMkLst>
      </pc:sldChg>
      <pc:sldChg chg="addSp delSp modSp del mod">
        <pc:chgData name="Rachaita Dutta" userId="f22006c0bb25b989" providerId="LiveId" clId="{C9CC4FF0-0674-4239-A695-D4BB51F3ACF6}" dt="2025-09-15T09:20:59.548" v="730" actId="47"/>
        <pc:sldMkLst>
          <pc:docMk/>
          <pc:sldMk cId="451311901" sldId="319"/>
        </pc:sldMkLst>
      </pc:sldChg>
      <pc:sldChg chg="addSp delSp modSp add del mod">
        <pc:chgData name="Rachaita Dutta" userId="f22006c0bb25b989" providerId="LiveId" clId="{C9CC4FF0-0674-4239-A695-D4BB51F3ACF6}" dt="2025-10-07T09:28:38.278" v="964" actId="47"/>
        <pc:sldMkLst>
          <pc:docMk/>
          <pc:sldMk cId="878062975" sldId="319"/>
        </pc:sldMkLst>
      </pc:sldChg>
      <pc:sldChg chg="addSp delSp modSp add del mod">
        <pc:chgData name="Rachaita Dutta" userId="f22006c0bb25b989" providerId="LiveId" clId="{C9CC4FF0-0674-4239-A695-D4BB51F3ACF6}" dt="2025-10-12T09:22:49.409" v="1197" actId="47"/>
        <pc:sldMkLst>
          <pc:docMk/>
          <pc:sldMk cId="2720420476" sldId="319"/>
        </pc:sldMkLst>
      </pc:sldChg>
      <pc:sldChg chg="addSp delSp modSp add del mod">
        <pc:chgData name="Rachaita Dutta" userId="f22006c0bb25b989" providerId="LiveId" clId="{C9CC4FF0-0674-4239-A695-D4BB51F3ACF6}" dt="2025-09-23T04:12:14.133" v="860" actId="47"/>
        <pc:sldMkLst>
          <pc:docMk/>
          <pc:sldMk cId="2894896931" sldId="319"/>
        </pc:sldMkLst>
      </pc:sldChg>
      <pc:sldChg chg="addSp delSp modSp add del mod">
        <pc:chgData name="Rachaita Dutta" userId="f22006c0bb25b989" providerId="LiveId" clId="{C9CC4FF0-0674-4239-A695-D4BB51F3ACF6}" dt="2025-10-24T09:26:10.705" v="1705" actId="47"/>
        <pc:sldMkLst>
          <pc:docMk/>
          <pc:sldMk cId="2928890089" sldId="319"/>
        </pc:sldMkLst>
      </pc:sldChg>
      <pc:sldChg chg="addSp delSp modSp add del mod">
        <pc:chgData name="Rachaita Dutta" userId="f22006c0bb25b989" providerId="LiveId" clId="{C9CC4FF0-0674-4239-A695-D4BB51F3ACF6}" dt="2025-09-23T04:12:14.282" v="861" actId="47"/>
        <pc:sldMkLst>
          <pc:docMk/>
          <pc:sldMk cId="2005673557" sldId="320"/>
        </pc:sldMkLst>
      </pc:sldChg>
      <pc:sldChg chg="addSp delSp modSp add del mod">
        <pc:chgData name="Rachaita Dutta" userId="f22006c0bb25b989" providerId="LiveId" clId="{C9CC4FF0-0674-4239-A695-D4BB51F3ACF6}" dt="2025-10-07T09:28:38.410" v="965" actId="47"/>
        <pc:sldMkLst>
          <pc:docMk/>
          <pc:sldMk cId="2736276056" sldId="320"/>
        </pc:sldMkLst>
      </pc:sldChg>
      <pc:sldChg chg="addSp delSp modSp add del mod">
        <pc:chgData name="Rachaita Dutta" userId="f22006c0bb25b989" providerId="LiveId" clId="{C9CC4FF0-0674-4239-A695-D4BB51F3ACF6}" dt="2025-10-24T09:26:10.842" v="1706" actId="47"/>
        <pc:sldMkLst>
          <pc:docMk/>
          <pc:sldMk cId="2845183970" sldId="320"/>
        </pc:sldMkLst>
      </pc:sldChg>
      <pc:sldChg chg="addSp delSp modSp add del mod">
        <pc:chgData name="Rachaita Dutta" userId="f22006c0bb25b989" providerId="LiveId" clId="{C9CC4FF0-0674-4239-A695-D4BB51F3ACF6}" dt="2025-10-12T09:22:49.629" v="1198" actId="47"/>
        <pc:sldMkLst>
          <pc:docMk/>
          <pc:sldMk cId="3214247102" sldId="320"/>
        </pc:sldMkLst>
      </pc:sldChg>
      <pc:sldChg chg="addSp delSp modSp del mod">
        <pc:chgData name="Rachaita Dutta" userId="f22006c0bb25b989" providerId="LiveId" clId="{C9CC4FF0-0674-4239-A695-D4BB51F3ACF6}" dt="2025-09-15T09:20:59.706" v="731" actId="47"/>
        <pc:sldMkLst>
          <pc:docMk/>
          <pc:sldMk cId="3721023388" sldId="320"/>
        </pc:sldMkLst>
      </pc:sldChg>
      <pc:sldChg chg="addSp delSp modSp add del mod">
        <pc:chgData name="Rachaita Dutta" userId="f22006c0bb25b989" providerId="LiveId" clId="{C9CC4FF0-0674-4239-A695-D4BB51F3ACF6}" dt="2025-09-23T04:12:14.433" v="862" actId="47"/>
        <pc:sldMkLst>
          <pc:docMk/>
          <pc:sldMk cId="272756157" sldId="321"/>
        </pc:sldMkLst>
      </pc:sldChg>
      <pc:sldChg chg="addSp delSp modSp add del mod">
        <pc:chgData name="Rachaita Dutta" userId="f22006c0bb25b989" providerId="LiveId" clId="{C9CC4FF0-0674-4239-A695-D4BB51F3ACF6}" dt="2025-10-07T09:28:38.610" v="966" actId="47"/>
        <pc:sldMkLst>
          <pc:docMk/>
          <pc:sldMk cId="353143532" sldId="321"/>
        </pc:sldMkLst>
      </pc:sldChg>
      <pc:sldChg chg="addSp delSp modSp add del mod">
        <pc:chgData name="Rachaita Dutta" userId="f22006c0bb25b989" providerId="LiveId" clId="{C9CC4FF0-0674-4239-A695-D4BB51F3ACF6}" dt="2025-10-12T09:22:49.919" v="1199" actId="47"/>
        <pc:sldMkLst>
          <pc:docMk/>
          <pc:sldMk cId="2882690704" sldId="321"/>
        </pc:sldMkLst>
      </pc:sldChg>
      <pc:sldChg chg="addSp delSp modSp del mod">
        <pc:chgData name="Rachaita Dutta" userId="f22006c0bb25b989" providerId="LiveId" clId="{C9CC4FF0-0674-4239-A695-D4BB51F3ACF6}" dt="2025-09-15T09:20:59.819" v="732" actId="47"/>
        <pc:sldMkLst>
          <pc:docMk/>
          <pc:sldMk cId="3068123038" sldId="321"/>
        </pc:sldMkLst>
      </pc:sldChg>
      <pc:sldChg chg="addSp delSp modSp add del mod">
        <pc:chgData name="Rachaita Dutta" userId="f22006c0bb25b989" providerId="LiveId" clId="{C9CC4FF0-0674-4239-A695-D4BB51F3ACF6}" dt="2025-10-24T09:26:11.108" v="1707" actId="47"/>
        <pc:sldMkLst>
          <pc:docMk/>
          <pc:sldMk cId="3242208074" sldId="321"/>
        </pc:sldMkLst>
      </pc:sldChg>
      <pc:sldChg chg="addSp delSp modSp del mod">
        <pc:chgData name="Rachaita Dutta" userId="f22006c0bb25b989" providerId="LiveId" clId="{C9CC4FF0-0674-4239-A695-D4BB51F3ACF6}" dt="2025-09-15T09:20:59.969" v="733" actId="47"/>
        <pc:sldMkLst>
          <pc:docMk/>
          <pc:sldMk cId="87813908" sldId="322"/>
        </pc:sldMkLst>
      </pc:sldChg>
      <pc:sldChg chg="addSp delSp modSp add del mod">
        <pc:chgData name="Rachaita Dutta" userId="f22006c0bb25b989" providerId="LiveId" clId="{C9CC4FF0-0674-4239-A695-D4BB51F3ACF6}" dt="2025-10-12T09:22:50.129" v="1200" actId="47"/>
        <pc:sldMkLst>
          <pc:docMk/>
          <pc:sldMk cId="1409771048" sldId="322"/>
        </pc:sldMkLst>
      </pc:sldChg>
      <pc:sldChg chg="addSp delSp modSp add del mod">
        <pc:chgData name="Rachaita Dutta" userId="f22006c0bb25b989" providerId="LiveId" clId="{C9CC4FF0-0674-4239-A695-D4BB51F3ACF6}" dt="2025-10-07T09:28:39" v="967" actId="47"/>
        <pc:sldMkLst>
          <pc:docMk/>
          <pc:sldMk cId="1424760683" sldId="322"/>
        </pc:sldMkLst>
      </pc:sldChg>
      <pc:sldChg chg="delSp modSp add del mod">
        <pc:chgData name="Rachaita Dutta" userId="f22006c0bb25b989" providerId="LiveId" clId="{C9CC4FF0-0674-4239-A695-D4BB51F3ACF6}" dt="2025-10-24T09:26:11.322" v="1708" actId="47"/>
        <pc:sldMkLst>
          <pc:docMk/>
          <pc:sldMk cId="2536161635" sldId="322"/>
        </pc:sldMkLst>
      </pc:sldChg>
      <pc:sldChg chg="addSp delSp modSp add del mod">
        <pc:chgData name="Rachaita Dutta" userId="f22006c0bb25b989" providerId="LiveId" clId="{C9CC4FF0-0674-4239-A695-D4BB51F3ACF6}" dt="2025-09-23T04:12:15.144" v="863" actId="47"/>
        <pc:sldMkLst>
          <pc:docMk/>
          <pc:sldMk cId="3969788080" sldId="322"/>
        </pc:sldMkLst>
      </pc:sldChg>
      <pc:sldChg chg="addSp delSp modSp del mod">
        <pc:chgData name="Rachaita Dutta" userId="f22006c0bb25b989" providerId="LiveId" clId="{C9CC4FF0-0674-4239-A695-D4BB51F3ACF6}" dt="2025-09-15T09:21:00.152" v="734" actId="47"/>
        <pc:sldMkLst>
          <pc:docMk/>
          <pc:sldMk cId="972914108" sldId="323"/>
        </pc:sldMkLst>
      </pc:sldChg>
      <pc:sldChg chg="addSp delSp modSp add del mod">
        <pc:chgData name="Rachaita Dutta" userId="f22006c0bb25b989" providerId="LiveId" clId="{C9CC4FF0-0674-4239-A695-D4BB51F3ACF6}" dt="2025-10-12T09:22:50.349" v="1201" actId="47"/>
        <pc:sldMkLst>
          <pc:docMk/>
          <pc:sldMk cId="1882667658" sldId="323"/>
        </pc:sldMkLst>
      </pc:sldChg>
      <pc:sldChg chg="addSp delSp modSp add del mod">
        <pc:chgData name="Rachaita Dutta" userId="f22006c0bb25b989" providerId="LiveId" clId="{C9CC4FF0-0674-4239-A695-D4BB51F3ACF6}" dt="2025-10-07T09:28:39.162" v="968" actId="47"/>
        <pc:sldMkLst>
          <pc:docMk/>
          <pc:sldMk cId="2745914414" sldId="323"/>
        </pc:sldMkLst>
      </pc:sldChg>
      <pc:sldChg chg="addSp delSp modSp add del mod">
        <pc:chgData name="Rachaita Dutta" userId="f22006c0bb25b989" providerId="LiveId" clId="{C9CC4FF0-0674-4239-A695-D4BB51F3ACF6}" dt="2025-10-24T09:26:11.518" v="1709" actId="47"/>
        <pc:sldMkLst>
          <pc:docMk/>
          <pc:sldMk cId="3511631947" sldId="323"/>
        </pc:sldMkLst>
      </pc:sldChg>
      <pc:sldChg chg="addSp delSp modSp add del mod">
        <pc:chgData name="Rachaita Dutta" userId="f22006c0bb25b989" providerId="LiveId" clId="{C9CC4FF0-0674-4239-A695-D4BB51F3ACF6}" dt="2025-09-23T04:12:15.782" v="864" actId="47"/>
        <pc:sldMkLst>
          <pc:docMk/>
          <pc:sldMk cId="4181183361" sldId="323"/>
        </pc:sldMkLst>
      </pc:sldChg>
      <pc:sldChg chg="addSp delSp modSp add del mod">
        <pc:chgData name="Rachaita Dutta" userId="f22006c0bb25b989" providerId="LiveId" clId="{C9CC4FF0-0674-4239-A695-D4BB51F3ACF6}" dt="2025-10-07T09:28:39.327" v="969" actId="47"/>
        <pc:sldMkLst>
          <pc:docMk/>
          <pc:sldMk cId="492705756" sldId="324"/>
        </pc:sldMkLst>
      </pc:sldChg>
      <pc:sldChg chg="delSp modSp del mod">
        <pc:chgData name="Rachaita Dutta" userId="f22006c0bb25b989" providerId="LiveId" clId="{C9CC4FF0-0674-4239-A695-D4BB51F3ACF6}" dt="2025-09-12T17:21:42.118" v="728" actId="47"/>
        <pc:sldMkLst>
          <pc:docMk/>
          <pc:sldMk cId="780421723" sldId="324"/>
        </pc:sldMkLst>
      </pc:sldChg>
      <pc:sldChg chg="addSp delSp modSp add del mod">
        <pc:chgData name="Rachaita Dutta" userId="f22006c0bb25b989" providerId="LiveId" clId="{C9CC4FF0-0674-4239-A695-D4BB51F3ACF6}" dt="2025-10-24T09:26:11.673" v="1710" actId="47"/>
        <pc:sldMkLst>
          <pc:docMk/>
          <pc:sldMk cId="3061311512" sldId="324"/>
        </pc:sldMkLst>
      </pc:sldChg>
      <pc:sldChg chg="addSp delSp modSp add del mod">
        <pc:chgData name="Rachaita Dutta" userId="f22006c0bb25b989" providerId="LiveId" clId="{C9CC4FF0-0674-4239-A695-D4BB51F3ACF6}" dt="2025-10-12T09:22:50.569" v="1202" actId="47"/>
        <pc:sldMkLst>
          <pc:docMk/>
          <pc:sldMk cId="3338302876" sldId="324"/>
        </pc:sldMkLst>
      </pc:sldChg>
      <pc:sldChg chg="addSp delSp modSp add del mod">
        <pc:chgData name="Rachaita Dutta" userId="f22006c0bb25b989" providerId="LiveId" clId="{C9CC4FF0-0674-4239-A695-D4BB51F3ACF6}" dt="2025-10-24T09:26:11.877" v="1711" actId="47"/>
        <pc:sldMkLst>
          <pc:docMk/>
          <pc:sldMk cId="573432573" sldId="325"/>
        </pc:sldMkLst>
      </pc:sldChg>
      <pc:sldChg chg="delSp modSp del mod">
        <pc:chgData name="Rachaita Dutta" userId="f22006c0bb25b989" providerId="LiveId" clId="{C9CC4FF0-0674-4239-A695-D4BB51F3ACF6}" dt="2025-09-12T17:21:39.777" v="727" actId="47"/>
        <pc:sldMkLst>
          <pc:docMk/>
          <pc:sldMk cId="2770397835" sldId="325"/>
        </pc:sldMkLst>
      </pc:sldChg>
      <pc:sldChg chg="addSp delSp modSp add del mod">
        <pc:chgData name="Rachaita Dutta" userId="f22006c0bb25b989" providerId="LiveId" clId="{C9CC4FF0-0674-4239-A695-D4BB51F3ACF6}" dt="2025-10-12T09:22:50.829" v="1203" actId="47"/>
        <pc:sldMkLst>
          <pc:docMk/>
          <pc:sldMk cId="4143385306" sldId="325"/>
        </pc:sldMkLst>
      </pc:sldChg>
      <pc:sldChg chg="addSp delSp modSp add del mod">
        <pc:chgData name="Rachaita Dutta" userId="f22006c0bb25b989" providerId="LiveId" clId="{C9CC4FF0-0674-4239-A695-D4BB51F3ACF6}" dt="2025-10-07T09:28:39.505" v="970" actId="47"/>
        <pc:sldMkLst>
          <pc:docMk/>
          <pc:sldMk cId="4149735921" sldId="325"/>
        </pc:sldMkLst>
      </pc:sldChg>
      <pc:sldChg chg="delSp modSp del mod">
        <pc:chgData name="Rachaita Dutta" userId="f22006c0bb25b989" providerId="LiveId" clId="{C9CC4FF0-0674-4239-A695-D4BB51F3ACF6}" dt="2025-09-12T17:07:07.602" v="668" actId="47"/>
        <pc:sldMkLst>
          <pc:docMk/>
          <pc:sldMk cId="1161767987" sldId="326"/>
        </pc:sldMkLst>
      </pc:sldChg>
      <pc:sldChg chg="addSp delSp modSp add del mod">
        <pc:chgData name="Rachaita Dutta" userId="f22006c0bb25b989" providerId="LiveId" clId="{C9CC4FF0-0674-4239-A695-D4BB51F3ACF6}" dt="2025-10-24T09:26:12.023" v="1712" actId="47"/>
        <pc:sldMkLst>
          <pc:docMk/>
          <pc:sldMk cId="2297572360" sldId="326"/>
        </pc:sldMkLst>
      </pc:sldChg>
      <pc:sldChg chg="addSp delSp modSp add del mod">
        <pc:chgData name="Rachaita Dutta" userId="f22006c0bb25b989" providerId="LiveId" clId="{C9CC4FF0-0674-4239-A695-D4BB51F3ACF6}" dt="2025-10-12T09:22:51.229" v="1204" actId="47"/>
        <pc:sldMkLst>
          <pc:docMk/>
          <pc:sldMk cId="3003014222" sldId="326"/>
        </pc:sldMkLst>
      </pc:sldChg>
      <pc:sldChg chg="addSp delSp modSp add del mod">
        <pc:chgData name="Rachaita Dutta" userId="f22006c0bb25b989" providerId="LiveId" clId="{C9CC4FF0-0674-4239-A695-D4BB51F3ACF6}" dt="2025-10-07T09:28:39.662" v="971" actId="47"/>
        <pc:sldMkLst>
          <pc:docMk/>
          <pc:sldMk cId="3125481395" sldId="326"/>
        </pc:sldMkLst>
      </pc:sldChg>
      <pc:sldChg chg="addSp delSp modSp add del mod">
        <pc:chgData name="Rachaita Dutta" userId="f22006c0bb25b989" providerId="LiveId" clId="{C9CC4FF0-0674-4239-A695-D4BB51F3ACF6}" dt="2025-10-12T09:22:51.829" v="1205" actId="47"/>
        <pc:sldMkLst>
          <pc:docMk/>
          <pc:sldMk cId="203760662" sldId="327"/>
        </pc:sldMkLst>
      </pc:sldChg>
      <pc:sldChg chg="modSp del">
        <pc:chgData name="Rachaita Dutta" userId="f22006c0bb25b989" providerId="LiveId" clId="{C9CC4FF0-0674-4239-A695-D4BB51F3ACF6}" dt="2025-09-12T17:06:55.692" v="665" actId="47"/>
        <pc:sldMkLst>
          <pc:docMk/>
          <pc:sldMk cId="337053805" sldId="327"/>
        </pc:sldMkLst>
      </pc:sldChg>
      <pc:sldChg chg="addSp delSp modSp add del mod">
        <pc:chgData name="Rachaita Dutta" userId="f22006c0bb25b989" providerId="LiveId" clId="{C9CC4FF0-0674-4239-A695-D4BB51F3ACF6}" dt="2025-10-07T09:28:39.861" v="972" actId="47"/>
        <pc:sldMkLst>
          <pc:docMk/>
          <pc:sldMk cId="1505609132" sldId="327"/>
        </pc:sldMkLst>
      </pc:sldChg>
      <pc:sldChg chg="addSp delSp modSp add del mod">
        <pc:chgData name="Rachaita Dutta" userId="f22006c0bb25b989" providerId="LiveId" clId="{C9CC4FF0-0674-4239-A695-D4BB51F3ACF6}" dt="2025-10-24T09:26:12.437" v="1713" actId="47"/>
        <pc:sldMkLst>
          <pc:docMk/>
          <pc:sldMk cId="2252375119" sldId="327"/>
        </pc:sldMkLst>
      </pc:sldChg>
      <pc:sldChg chg="modSp del">
        <pc:chgData name="Rachaita Dutta" userId="f22006c0bb25b989" providerId="LiveId" clId="{C9CC4FF0-0674-4239-A695-D4BB51F3ACF6}" dt="2025-09-12T17:06:56.569" v="666" actId="47"/>
        <pc:sldMkLst>
          <pc:docMk/>
          <pc:sldMk cId="1166248074" sldId="328"/>
        </pc:sldMkLst>
      </pc:sldChg>
      <pc:sldChg chg="addSp delSp modSp add del mod">
        <pc:chgData name="Rachaita Dutta" userId="f22006c0bb25b989" providerId="LiveId" clId="{C9CC4FF0-0674-4239-A695-D4BB51F3ACF6}" dt="2025-10-24T09:26:12.608" v="1714" actId="47"/>
        <pc:sldMkLst>
          <pc:docMk/>
          <pc:sldMk cId="2491980228" sldId="328"/>
        </pc:sldMkLst>
      </pc:sldChg>
      <pc:sldChg chg="addSp delSp modSp add del mod">
        <pc:chgData name="Rachaita Dutta" userId="f22006c0bb25b989" providerId="LiveId" clId="{C9CC4FF0-0674-4239-A695-D4BB51F3ACF6}" dt="2025-10-07T09:28:40.019" v="973" actId="47"/>
        <pc:sldMkLst>
          <pc:docMk/>
          <pc:sldMk cId="3427282443" sldId="328"/>
        </pc:sldMkLst>
      </pc:sldChg>
      <pc:sldChg chg="modSp del">
        <pc:chgData name="Rachaita Dutta" userId="f22006c0bb25b989" providerId="LiveId" clId="{C9CC4FF0-0674-4239-A695-D4BB51F3ACF6}" dt="2025-09-12T17:06:57.451" v="667" actId="47"/>
        <pc:sldMkLst>
          <pc:docMk/>
          <pc:sldMk cId="1659295578" sldId="329"/>
        </pc:sldMkLst>
      </pc:sldChg>
      <pc:sldChg chg="addSp delSp modSp add del mod">
        <pc:chgData name="Rachaita Dutta" userId="f22006c0bb25b989" providerId="LiveId" clId="{C9CC4FF0-0674-4239-A695-D4BB51F3ACF6}" dt="2025-10-24T09:26:13.091" v="1715" actId="47"/>
        <pc:sldMkLst>
          <pc:docMk/>
          <pc:sldMk cId="1796200898" sldId="329"/>
        </pc:sldMkLst>
      </pc:sldChg>
      <pc:sldChg chg="addSp delSp modSp add del mod">
        <pc:chgData name="Rachaita Dutta" userId="f22006c0bb25b989" providerId="LiveId" clId="{C9CC4FF0-0674-4239-A695-D4BB51F3ACF6}" dt="2025-10-07T09:28:40.878" v="974" actId="47"/>
        <pc:sldMkLst>
          <pc:docMk/>
          <pc:sldMk cId="2282783342" sldId="329"/>
        </pc:sldMkLst>
      </pc:sldChg>
      <pc:sldChg chg="addSp delSp modSp add del mod">
        <pc:chgData name="Rachaita Dutta" userId="f22006c0bb25b989" providerId="LiveId" clId="{C9CC4FF0-0674-4239-A695-D4BB51F3ACF6}" dt="2025-10-24T09:26:13.293" v="1716" actId="47"/>
        <pc:sldMkLst>
          <pc:docMk/>
          <pc:sldMk cId="483737556" sldId="330"/>
        </pc:sldMkLst>
      </pc:sldChg>
      <pc:sldChg chg="addSp delSp modSp add del mod">
        <pc:chgData name="Rachaita Dutta" userId="f22006c0bb25b989" providerId="LiveId" clId="{C9CC4FF0-0674-4239-A695-D4BB51F3ACF6}" dt="2025-10-07T09:28:41.547" v="975" actId="47"/>
        <pc:sldMkLst>
          <pc:docMk/>
          <pc:sldMk cId="2895811726" sldId="330"/>
        </pc:sldMkLst>
      </pc:sldChg>
      <pc:sldChg chg="modSp del">
        <pc:chgData name="Rachaita Dutta" userId="f22006c0bb25b989" providerId="LiveId" clId="{C9CC4FF0-0674-4239-A695-D4BB51F3ACF6}" dt="2025-09-12T17:07:08.885" v="669" actId="47"/>
        <pc:sldMkLst>
          <pc:docMk/>
          <pc:sldMk cId="3232033403" sldId="330"/>
        </pc:sldMkLst>
      </pc:sldChg>
      <pc:sldChg chg="addSp delSp modSp add del mod">
        <pc:chgData name="Rachaita Dutta" userId="f22006c0bb25b989" providerId="LiveId" clId="{C9CC4FF0-0674-4239-A695-D4BB51F3ACF6}" dt="2025-10-24T09:26:13.782" v="1717" actId="47"/>
        <pc:sldMkLst>
          <pc:docMk/>
          <pc:sldMk cId="1524343509" sldId="331"/>
        </pc:sldMkLst>
      </pc:sldChg>
      <pc:sldChg chg="modSp del mod">
        <pc:chgData name="Rachaita Dutta" userId="f22006c0bb25b989" providerId="LiveId" clId="{C9CC4FF0-0674-4239-A695-D4BB51F3ACF6}" dt="2025-09-12T17:07:09.572" v="670" actId="47"/>
        <pc:sldMkLst>
          <pc:docMk/>
          <pc:sldMk cId="3252665657" sldId="331"/>
        </pc:sldMkLst>
      </pc:sldChg>
      <pc:sldChg chg="addSp delSp modSp add del mod">
        <pc:chgData name="Rachaita Dutta" userId="f22006c0bb25b989" providerId="LiveId" clId="{C9CC4FF0-0674-4239-A695-D4BB51F3ACF6}" dt="2025-10-24T09:26:13.951" v="1718" actId="47"/>
        <pc:sldMkLst>
          <pc:docMk/>
          <pc:sldMk cId="616377521" sldId="332"/>
        </pc:sldMkLst>
      </pc:sldChg>
      <pc:sldChg chg="modSp add del mod">
        <pc:chgData name="Rachaita Dutta" userId="f22006c0bb25b989" providerId="LiveId" clId="{C9CC4FF0-0674-4239-A695-D4BB51F3ACF6}" dt="2025-09-12T17:07:10.387" v="671" actId="47"/>
        <pc:sldMkLst>
          <pc:docMk/>
          <pc:sldMk cId="1182911439" sldId="332"/>
        </pc:sldMkLst>
      </pc:sldChg>
      <pc:sldChg chg="addSp delSp modSp add del mod">
        <pc:chgData name="Rachaita Dutta" userId="f22006c0bb25b989" providerId="LiveId" clId="{C9CC4FF0-0674-4239-A695-D4BB51F3ACF6}" dt="2025-10-24T09:26:14.082" v="1719" actId="47"/>
        <pc:sldMkLst>
          <pc:docMk/>
          <pc:sldMk cId="1390192821" sldId="333"/>
        </pc:sldMkLst>
      </pc:sldChg>
      <pc:sldChg chg="modSp add del mod">
        <pc:chgData name="Rachaita Dutta" userId="f22006c0bb25b989" providerId="LiveId" clId="{C9CC4FF0-0674-4239-A695-D4BB51F3ACF6}" dt="2025-09-12T17:07:11.586" v="672" actId="47"/>
        <pc:sldMkLst>
          <pc:docMk/>
          <pc:sldMk cId="1864384467" sldId="333"/>
        </pc:sldMkLst>
      </pc:sldChg>
      <pc:sldChg chg="addSp delSp modSp add del mod">
        <pc:chgData name="Rachaita Dutta" userId="f22006c0bb25b989" providerId="LiveId" clId="{C9CC4FF0-0674-4239-A695-D4BB51F3ACF6}" dt="2025-10-24T09:26:14.498" v="1720" actId="47"/>
        <pc:sldMkLst>
          <pc:docMk/>
          <pc:sldMk cId="2515764694" sldId="334"/>
        </pc:sldMkLst>
      </pc:sldChg>
      <pc:sldChg chg="modSp add del mod">
        <pc:chgData name="Rachaita Dutta" userId="f22006c0bb25b989" providerId="LiveId" clId="{C9CC4FF0-0674-4239-A695-D4BB51F3ACF6}" dt="2025-09-12T17:07:12.381" v="673" actId="47"/>
        <pc:sldMkLst>
          <pc:docMk/>
          <pc:sldMk cId="3195720127" sldId="334"/>
        </pc:sldMkLst>
      </pc:sldChg>
      <pc:sldChg chg="addSp delSp modSp add del mod">
        <pc:chgData name="Rachaita Dutta" userId="f22006c0bb25b989" providerId="LiveId" clId="{C9CC4FF0-0674-4239-A695-D4BB51F3ACF6}" dt="2025-10-24T09:26:14.688" v="1721" actId="47"/>
        <pc:sldMkLst>
          <pc:docMk/>
          <pc:sldMk cId="890440036" sldId="335"/>
        </pc:sldMkLst>
      </pc:sldChg>
      <pc:sldChg chg="addSp delSp modSp add del mod">
        <pc:chgData name="Rachaita Dutta" userId="f22006c0bb25b989" providerId="LiveId" clId="{C9CC4FF0-0674-4239-A695-D4BB51F3ACF6}" dt="2025-10-24T09:26:14.916" v="1722" actId="47"/>
        <pc:sldMkLst>
          <pc:docMk/>
          <pc:sldMk cId="3687272112" sldId="336"/>
        </pc:sldMkLst>
      </pc:sldChg>
      <pc:sldChg chg="addSp delSp modSp add del mod">
        <pc:chgData name="Rachaita Dutta" userId="f22006c0bb25b989" providerId="LiveId" clId="{C9CC4FF0-0674-4239-A695-D4BB51F3ACF6}" dt="2025-10-24T09:26:15.102" v="1723" actId="47"/>
        <pc:sldMkLst>
          <pc:docMk/>
          <pc:sldMk cId="3804912215" sldId="337"/>
        </pc:sldMkLst>
      </pc:sldChg>
      <pc:sldChg chg="addSp delSp modSp add del mod">
        <pc:chgData name="Rachaita Dutta" userId="f22006c0bb25b989" providerId="LiveId" clId="{C9CC4FF0-0674-4239-A695-D4BB51F3ACF6}" dt="2025-10-24T09:26:15.705" v="1725" actId="47"/>
        <pc:sldMkLst>
          <pc:docMk/>
          <pc:sldMk cId="3022104195" sldId="338"/>
        </pc:sldMkLst>
      </pc:sldChg>
      <pc:sldChg chg="addSp delSp modSp add del mod">
        <pc:chgData name="Rachaita Dutta" userId="f22006c0bb25b989" providerId="LiveId" clId="{C9CC4FF0-0674-4239-A695-D4BB51F3ACF6}" dt="2025-10-24T09:26:16.024" v="1726" actId="47"/>
        <pc:sldMkLst>
          <pc:docMk/>
          <pc:sldMk cId="2511350795" sldId="339"/>
        </pc:sldMkLst>
      </pc:sldChg>
      <pc:sldChg chg="addSp delSp modSp add del mod">
        <pc:chgData name="Rachaita Dutta" userId="f22006c0bb25b989" providerId="LiveId" clId="{C9CC4FF0-0674-4239-A695-D4BB51F3ACF6}" dt="2025-10-24T09:26:15.513" v="1724" actId="47"/>
        <pc:sldMkLst>
          <pc:docMk/>
          <pc:sldMk cId="1336844506" sldId="340"/>
        </pc:sldMkLst>
      </pc:sldChg>
      <pc:sldChg chg="addSp delSp modSp add del mod">
        <pc:chgData name="Rachaita Dutta" userId="f22006c0bb25b989" providerId="LiveId" clId="{C9CC4FF0-0674-4239-A695-D4BB51F3ACF6}" dt="2025-10-24T09:26:16.181" v="1727" actId="47"/>
        <pc:sldMkLst>
          <pc:docMk/>
          <pc:sldMk cId="3525163661" sldId="341"/>
        </pc:sldMkLst>
      </pc:sldChg>
      <pc:sldChg chg="addSp delSp modSp add del mod">
        <pc:chgData name="Rachaita Dutta" userId="f22006c0bb25b989" providerId="LiveId" clId="{C9CC4FF0-0674-4239-A695-D4BB51F3ACF6}" dt="2025-10-24T09:26:16.357" v="1728" actId="47"/>
        <pc:sldMkLst>
          <pc:docMk/>
          <pc:sldMk cId="4228897919" sldId="342"/>
        </pc:sldMkLst>
      </pc:sldChg>
      <pc:sldChg chg="addSp delSp modSp add del mod">
        <pc:chgData name="Rachaita Dutta" userId="f22006c0bb25b989" providerId="LiveId" clId="{C9CC4FF0-0674-4239-A695-D4BB51F3ACF6}" dt="2025-10-24T09:26:16.523" v="1729" actId="47"/>
        <pc:sldMkLst>
          <pc:docMk/>
          <pc:sldMk cId="25423273" sldId="343"/>
        </pc:sldMkLst>
      </pc:sldChg>
      <pc:sldChg chg="addSp delSp modSp add del mod">
        <pc:chgData name="Rachaita Dutta" userId="f22006c0bb25b989" providerId="LiveId" clId="{C9CC4FF0-0674-4239-A695-D4BB51F3ACF6}" dt="2025-10-28T04:09:31.713" v="1971" actId="47"/>
        <pc:sldMkLst>
          <pc:docMk/>
          <pc:sldMk cId="2019445453" sldId="344"/>
        </pc:sldMkLst>
      </pc:sldChg>
      <pc:sldChg chg="addSp delSp modSp new del mod">
        <pc:chgData name="Rachaita Dutta" userId="f22006c0bb25b989" providerId="LiveId" clId="{C9CC4FF0-0674-4239-A695-D4BB51F3ACF6}" dt="2025-10-24T09:26:19.552" v="1730" actId="47"/>
        <pc:sldMkLst>
          <pc:docMk/>
          <pc:sldMk cId="2234727466" sldId="345"/>
        </pc:sldMkLst>
      </pc:sldChg>
      <pc:sldChg chg="new del">
        <pc:chgData name="Rachaita Dutta" userId="f22006c0bb25b989" providerId="LiveId" clId="{C9CC4FF0-0674-4239-A695-D4BB51F3ACF6}" dt="2025-10-16T06:47:33.212" v="1598" actId="680"/>
        <pc:sldMkLst>
          <pc:docMk/>
          <pc:sldMk cId="2877235054" sldId="345"/>
        </pc:sldMkLst>
      </pc:sldChg>
      <pc:sldChg chg="addSp delSp modSp add del mod">
        <pc:chgData name="Rachaita Dutta" userId="f22006c0bb25b989" providerId="LiveId" clId="{C9CC4FF0-0674-4239-A695-D4BB51F3ACF6}" dt="2025-10-28T04:09:31.873" v="1972" actId="47"/>
        <pc:sldMkLst>
          <pc:docMk/>
          <pc:sldMk cId="3007710762" sldId="345"/>
        </pc:sldMkLst>
      </pc:sldChg>
      <pc:sldChg chg="addSp delSp modSp add del mod">
        <pc:chgData name="Rachaita Dutta" userId="f22006c0bb25b989" providerId="LiveId" clId="{C9CC4FF0-0674-4239-A695-D4BB51F3ACF6}" dt="2025-10-28T04:09:32.008" v="1973" actId="47"/>
        <pc:sldMkLst>
          <pc:docMk/>
          <pc:sldMk cId="1096402646" sldId="346"/>
        </pc:sldMkLst>
      </pc:sldChg>
      <pc:sldChg chg="modSp add del mod">
        <pc:chgData name="Rachaita Dutta" userId="f22006c0bb25b989" providerId="LiveId" clId="{C9CC4FF0-0674-4239-A695-D4BB51F3ACF6}" dt="2025-10-24T09:26:20.011" v="1731" actId="47"/>
        <pc:sldMkLst>
          <pc:docMk/>
          <pc:sldMk cId="4232105569" sldId="346"/>
        </pc:sldMkLst>
      </pc:sldChg>
      <pc:sldChg chg="addSp delSp modSp add del mod">
        <pc:chgData name="Rachaita Dutta" userId="f22006c0bb25b989" providerId="LiveId" clId="{C9CC4FF0-0674-4239-A695-D4BB51F3ACF6}" dt="2025-10-28T04:09:32.093" v="1974" actId="47"/>
        <pc:sldMkLst>
          <pc:docMk/>
          <pc:sldMk cId="439696202" sldId="347"/>
        </pc:sldMkLst>
      </pc:sldChg>
      <pc:sldChg chg="addSp delSp modSp add del mod">
        <pc:chgData name="Rachaita Dutta" userId="f22006c0bb25b989" providerId="LiveId" clId="{C9CC4FF0-0674-4239-A695-D4BB51F3ACF6}" dt="2025-10-28T04:09:32.206" v="1975" actId="47"/>
        <pc:sldMkLst>
          <pc:docMk/>
          <pc:sldMk cId="3057856487" sldId="348"/>
        </pc:sldMkLst>
      </pc:sldChg>
      <pc:sldChg chg="addSp delSp modSp add del mod">
        <pc:chgData name="Rachaita Dutta" userId="f22006c0bb25b989" providerId="LiveId" clId="{C9CC4FF0-0674-4239-A695-D4BB51F3ACF6}" dt="2025-10-28T04:09:33.043" v="1979" actId="47"/>
        <pc:sldMkLst>
          <pc:docMk/>
          <pc:sldMk cId="3620777991" sldId="349"/>
        </pc:sldMkLst>
      </pc:sldChg>
      <pc:sldChg chg="addSp delSp modSp add del mod">
        <pc:chgData name="Rachaita Dutta" userId="f22006c0bb25b989" providerId="LiveId" clId="{C9CC4FF0-0674-4239-A695-D4BB51F3ACF6}" dt="2025-10-28T04:09:32.317" v="1976" actId="47"/>
        <pc:sldMkLst>
          <pc:docMk/>
          <pc:sldMk cId="611592961" sldId="350"/>
        </pc:sldMkLst>
      </pc:sldChg>
      <pc:sldChg chg="addSp delSp modSp add del mod">
        <pc:chgData name="Rachaita Dutta" userId="f22006c0bb25b989" providerId="LiveId" clId="{C9CC4FF0-0674-4239-A695-D4BB51F3ACF6}" dt="2025-10-28T04:09:32.800" v="1977" actId="47"/>
        <pc:sldMkLst>
          <pc:docMk/>
          <pc:sldMk cId="660826392" sldId="351"/>
        </pc:sldMkLst>
      </pc:sldChg>
      <pc:sldChg chg="addSp delSp modSp add del mod">
        <pc:chgData name="Rachaita Dutta" userId="f22006c0bb25b989" providerId="LiveId" clId="{C9CC4FF0-0674-4239-A695-D4BB51F3ACF6}" dt="2025-10-28T04:09:32.930" v="1978" actId="47"/>
        <pc:sldMkLst>
          <pc:docMk/>
          <pc:sldMk cId="2480569413" sldId="352"/>
        </pc:sldMkLst>
      </pc:sldChg>
      <pc:sldChg chg="addSp delSp modSp add del mod">
        <pc:chgData name="Rachaita Dutta" userId="f22006c0bb25b989" providerId="LiveId" clId="{C9CC4FF0-0674-4239-A695-D4BB51F3ACF6}" dt="2025-10-28T04:09:33.161" v="1980" actId="47"/>
        <pc:sldMkLst>
          <pc:docMk/>
          <pc:sldMk cId="2171740660" sldId="353"/>
        </pc:sldMkLst>
      </pc:sldChg>
      <pc:sldChg chg="addSp delSp modSp add del mod">
        <pc:chgData name="Rachaita Dutta" userId="f22006c0bb25b989" providerId="LiveId" clId="{C9CC4FF0-0674-4239-A695-D4BB51F3ACF6}" dt="2025-10-28T04:09:33.261" v="1981" actId="47"/>
        <pc:sldMkLst>
          <pc:docMk/>
          <pc:sldMk cId="2555376355" sldId="354"/>
        </pc:sldMkLst>
      </pc:sldChg>
      <pc:sldChg chg="addSp delSp modSp add del mod">
        <pc:chgData name="Rachaita Dutta" userId="f22006c0bb25b989" providerId="LiveId" clId="{C9CC4FF0-0674-4239-A695-D4BB51F3ACF6}" dt="2025-10-29T04:44:08.640" v="2091" actId="47"/>
        <pc:sldMkLst>
          <pc:docMk/>
          <pc:sldMk cId="2567807753" sldId="355"/>
        </pc:sldMkLst>
        <pc:picChg chg="add mod">
          <ac:chgData name="Rachaita Dutta" userId="f22006c0bb25b989" providerId="LiveId" clId="{C9CC4FF0-0674-4239-A695-D4BB51F3ACF6}" dt="2025-10-28T04:10:05.468" v="1990" actId="1035"/>
          <ac:picMkLst>
            <pc:docMk/>
            <pc:sldMk cId="2567807753" sldId="355"/>
            <ac:picMk id="3" creationId="{8817231A-4162-3750-161D-12BEEC2C2B46}"/>
          </ac:picMkLst>
        </pc:picChg>
        <pc:picChg chg="add del mod">
          <ac:chgData name="Rachaita Dutta" userId="f22006c0bb25b989" providerId="LiveId" clId="{C9CC4FF0-0674-4239-A695-D4BB51F3ACF6}" dt="2025-10-28T04:09:38.623" v="1984" actId="478"/>
          <ac:picMkLst>
            <pc:docMk/>
            <pc:sldMk cId="2567807753" sldId="355"/>
            <ac:picMk id="4" creationId="{FD3A7EC1-DF9A-EF2B-B128-3964A422DF0F}"/>
          </ac:picMkLst>
        </pc:picChg>
      </pc:sldChg>
      <pc:sldChg chg="addSp delSp modSp add del mod">
        <pc:chgData name="Rachaita Dutta" userId="f22006c0bb25b989" providerId="LiveId" clId="{C9CC4FF0-0674-4239-A695-D4BB51F3ACF6}" dt="2025-10-29T04:44:08.804" v="2092" actId="47"/>
        <pc:sldMkLst>
          <pc:docMk/>
          <pc:sldMk cId="1096867728" sldId="356"/>
        </pc:sldMkLst>
        <pc:picChg chg="del">
          <ac:chgData name="Rachaita Dutta" userId="f22006c0bb25b989" providerId="LiveId" clId="{C9CC4FF0-0674-4239-A695-D4BB51F3ACF6}" dt="2025-10-28T04:10:14.772" v="1992" actId="478"/>
          <ac:picMkLst>
            <pc:docMk/>
            <pc:sldMk cId="1096867728" sldId="356"/>
            <ac:picMk id="3" creationId="{C109DFFF-332D-A876-041B-3539D37E82BC}"/>
          </ac:picMkLst>
        </pc:picChg>
        <pc:picChg chg="add mod">
          <ac:chgData name="Rachaita Dutta" userId="f22006c0bb25b989" providerId="LiveId" clId="{C9CC4FF0-0674-4239-A695-D4BB51F3ACF6}" dt="2025-10-28T04:10:29.887" v="1996" actId="1076"/>
          <ac:picMkLst>
            <pc:docMk/>
            <pc:sldMk cId="1096867728" sldId="356"/>
            <ac:picMk id="4" creationId="{9DD676B5-50F8-D51C-5C4C-FE610D1D8867}"/>
          </ac:picMkLst>
        </pc:picChg>
      </pc:sldChg>
      <pc:sldChg chg="addSp delSp modSp add del mod">
        <pc:chgData name="Rachaita Dutta" userId="f22006c0bb25b989" providerId="LiveId" clId="{C9CC4FF0-0674-4239-A695-D4BB51F3ACF6}" dt="2025-10-29T04:44:09.032" v="2093" actId="47"/>
        <pc:sldMkLst>
          <pc:docMk/>
          <pc:sldMk cId="1588835354" sldId="357"/>
        </pc:sldMkLst>
        <pc:picChg chg="add mod">
          <ac:chgData name="Rachaita Dutta" userId="f22006c0bb25b989" providerId="LiveId" clId="{C9CC4FF0-0674-4239-A695-D4BB51F3ACF6}" dt="2025-10-28T09:18:03.602" v="2003" actId="14100"/>
          <ac:picMkLst>
            <pc:docMk/>
            <pc:sldMk cId="1588835354" sldId="357"/>
            <ac:picMk id="3" creationId="{9E80E547-50A4-8170-E6B9-A003B4BDD72B}"/>
          </ac:picMkLst>
        </pc:picChg>
        <pc:picChg chg="del">
          <ac:chgData name="Rachaita Dutta" userId="f22006c0bb25b989" providerId="LiveId" clId="{C9CC4FF0-0674-4239-A695-D4BB51F3ACF6}" dt="2025-10-28T09:16:56.170" v="1998" actId="478"/>
          <ac:picMkLst>
            <pc:docMk/>
            <pc:sldMk cId="1588835354" sldId="357"/>
            <ac:picMk id="4" creationId="{F14E5845-BC39-6E5A-E4EB-2A46D0E712EA}"/>
          </ac:picMkLst>
        </pc:picChg>
      </pc:sldChg>
      <pc:sldChg chg="addSp delSp modSp add del mod">
        <pc:chgData name="Rachaita Dutta" userId="f22006c0bb25b989" providerId="LiveId" clId="{C9CC4FF0-0674-4239-A695-D4BB51F3ACF6}" dt="2025-10-29T04:44:09.311" v="2094" actId="47"/>
        <pc:sldMkLst>
          <pc:docMk/>
          <pc:sldMk cId="2844456183" sldId="358"/>
        </pc:sldMkLst>
        <pc:picChg chg="add mod">
          <ac:chgData name="Rachaita Dutta" userId="f22006c0bb25b989" providerId="LiveId" clId="{C9CC4FF0-0674-4239-A695-D4BB51F3ACF6}" dt="2025-10-28T09:18:26.824" v="2010" actId="14100"/>
          <ac:picMkLst>
            <pc:docMk/>
            <pc:sldMk cId="2844456183" sldId="358"/>
            <ac:picMk id="3" creationId="{0A54B6C2-E14B-6470-7F23-9FF0CE32F27C}"/>
          </ac:picMkLst>
        </pc:picChg>
        <pc:picChg chg="del">
          <ac:chgData name="Rachaita Dutta" userId="f22006c0bb25b989" providerId="LiveId" clId="{C9CC4FF0-0674-4239-A695-D4BB51F3ACF6}" dt="2025-10-28T09:18:07.873" v="2005" actId="478"/>
          <ac:picMkLst>
            <pc:docMk/>
            <pc:sldMk cId="2844456183" sldId="358"/>
            <ac:picMk id="4" creationId="{238EA40F-D721-174E-D5F3-4ACF68A12647}"/>
          </ac:picMkLst>
        </pc:picChg>
      </pc:sldChg>
      <pc:sldChg chg="addSp delSp modSp add del mod">
        <pc:chgData name="Rachaita Dutta" userId="f22006c0bb25b989" providerId="LiveId" clId="{C9CC4FF0-0674-4239-A695-D4BB51F3ACF6}" dt="2025-10-29T04:44:09.552" v="2095" actId="47"/>
        <pc:sldMkLst>
          <pc:docMk/>
          <pc:sldMk cId="3713775486" sldId="359"/>
        </pc:sldMkLst>
        <pc:picChg chg="add mod">
          <ac:chgData name="Rachaita Dutta" userId="f22006c0bb25b989" providerId="LiveId" clId="{C9CC4FF0-0674-4239-A695-D4BB51F3ACF6}" dt="2025-10-28T09:20:14.754" v="2017" actId="14100"/>
          <ac:picMkLst>
            <pc:docMk/>
            <pc:sldMk cId="3713775486" sldId="359"/>
            <ac:picMk id="3" creationId="{9D2C2211-86CD-E1E4-90A1-70C1BC549F0E}"/>
          </ac:picMkLst>
        </pc:picChg>
        <pc:picChg chg="del">
          <ac:chgData name="Rachaita Dutta" userId="f22006c0bb25b989" providerId="LiveId" clId="{C9CC4FF0-0674-4239-A695-D4BB51F3ACF6}" dt="2025-10-28T09:19:54.058" v="2012" actId="478"/>
          <ac:picMkLst>
            <pc:docMk/>
            <pc:sldMk cId="3713775486" sldId="359"/>
            <ac:picMk id="4" creationId="{6D8CC6CA-98F4-E6EF-9E19-4F32797A17FD}"/>
          </ac:picMkLst>
        </pc:picChg>
      </pc:sldChg>
      <pc:sldChg chg="addSp delSp modSp add del mod">
        <pc:chgData name="Rachaita Dutta" userId="f22006c0bb25b989" providerId="LiveId" clId="{C9CC4FF0-0674-4239-A695-D4BB51F3ACF6}" dt="2025-10-29T04:44:09.736" v="2096" actId="47"/>
        <pc:sldMkLst>
          <pc:docMk/>
          <pc:sldMk cId="2290256598" sldId="360"/>
        </pc:sldMkLst>
        <pc:picChg chg="add mod">
          <ac:chgData name="Rachaita Dutta" userId="f22006c0bb25b989" providerId="LiveId" clId="{C9CC4FF0-0674-4239-A695-D4BB51F3ACF6}" dt="2025-10-28T09:20:36.359" v="2024" actId="14100"/>
          <ac:picMkLst>
            <pc:docMk/>
            <pc:sldMk cId="2290256598" sldId="360"/>
            <ac:picMk id="3" creationId="{EE44B712-6EEF-7CB0-87D0-5082A8AD691C}"/>
          </ac:picMkLst>
        </pc:picChg>
        <pc:picChg chg="del">
          <ac:chgData name="Rachaita Dutta" userId="f22006c0bb25b989" providerId="LiveId" clId="{C9CC4FF0-0674-4239-A695-D4BB51F3ACF6}" dt="2025-10-28T09:20:20.464" v="2019" actId="478"/>
          <ac:picMkLst>
            <pc:docMk/>
            <pc:sldMk cId="2290256598" sldId="360"/>
            <ac:picMk id="4" creationId="{577AB77D-1951-AF90-F6DC-4AA29DBB1AD0}"/>
          </ac:picMkLst>
        </pc:picChg>
      </pc:sldChg>
      <pc:sldChg chg="addSp delSp modSp add del mod">
        <pc:chgData name="Rachaita Dutta" userId="f22006c0bb25b989" providerId="LiveId" clId="{C9CC4FF0-0674-4239-A695-D4BB51F3ACF6}" dt="2025-10-29T04:44:09.943" v="2097" actId="47"/>
        <pc:sldMkLst>
          <pc:docMk/>
          <pc:sldMk cId="3226267254" sldId="361"/>
        </pc:sldMkLst>
        <pc:picChg chg="add mod">
          <ac:chgData name="Rachaita Dutta" userId="f22006c0bb25b989" providerId="LiveId" clId="{C9CC4FF0-0674-4239-A695-D4BB51F3ACF6}" dt="2025-10-28T09:21:01.696" v="2032" actId="14100"/>
          <ac:picMkLst>
            <pc:docMk/>
            <pc:sldMk cId="3226267254" sldId="361"/>
            <ac:picMk id="3" creationId="{F58DC9CE-F5F6-8521-0D1B-085C9BAA7D95}"/>
          </ac:picMkLst>
        </pc:picChg>
        <pc:picChg chg="del">
          <ac:chgData name="Rachaita Dutta" userId="f22006c0bb25b989" providerId="LiveId" clId="{C9CC4FF0-0674-4239-A695-D4BB51F3ACF6}" dt="2025-10-28T09:20:42.323" v="2026" actId="478"/>
          <ac:picMkLst>
            <pc:docMk/>
            <pc:sldMk cId="3226267254" sldId="361"/>
            <ac:picMk id="4" creationId="{36A1FC99-1A8D-B920-A847-8A40DD73BE37}"/>
          </ac:picMkLst>
        </pc:picChg>
      </pc:sldChg>
      <pc:sldChg chg="addSp delSp modSp add del mod">
        <pc:chgData name="Rachaita Dutta" userId="f22006c0bb25b989" providerId="LiveId" clId="{C9CC4FF0-0674-4239-A695-D4BB51F3ACF6}" dt="2025-10-29T04:44:10.123" v="2098" actId="47"/>
        <pc:sldMkLst>
          <pc:docMk/>
          <pc:sldMk cId="2000797208" sldId="362"/>
        </pc:sldMkLst>
        <pc:picChg chg="add mod">
          <ac:chgData name="Rachaita Dutta" userId="f22006c0bb25b989" providerId="LiveId" clId="{C9CC4FF0-0674-4239-A695-D4BB51F3ACF6}" dt="2025-10-28T09:21:34.812" v="2040" actId="14100"/>
          <ac:picMkLst>
            <pc:docMk/>
            <pc:sldMk cId="2000797208" sldId="362"/>
            <ac:picMk id="3" creationId="{38E97BE9-9A4C-E5E8-A568-766D98DC289E}"/>
          </ac:picMkLst>
        </pc:picChg>
        <pc:picChg chg="del">
          <ac:chgData name="Rachaita Dutta" userId="f22006c0bb25b989" providerId="LiveId" clId="{C9CC4FF0-0674-4239-A695-D4BB51F3ACF6}" dt="2025-10-28T09:21:08.379" v="2034" actId="478"/>
          <ac:picMkLst>
            <pc:docMk/>
            <pc:sldMk cId="2000797208" sldId="362"/>
            <ac:picMk id="4" creationId="{582A38B4-FDD8-98C6-9EA8-809291158977}"/>
          </ac:picMkLst>
        </pc:picChg>
      </pc:sldChg>
      <pc:sldChg chg="addSp delSp modSp add del mod">
        <pc:chgData name="Rachaita Dutta" userId="f22006c0bb25b989" providerId="LiveId" clId="{C9CC4FF0-0674-4239-A695-D4BB51F3ACF6}" dt="2025-10-29T04:44:10.348" v="2099" actId="47"/>
        <pc:sldMkLst>
          <pc:docMk/>
          <pc:sldMk cId="3839442811" sldId="363"/>
        </pc:sldMkLst>
        <pc:picChg chg="add del mod">
          <ac:chgData name="Rachaita Dutta" userId="f22006c0bb25b989" providerId="LiveId" clId="{C9CC4FF0-0674-4239-A695-D4BB51F3ACF6}" dt="2025-10-28T09:21:50.919" v="2044" actId="478"/>
          <ac:picMkLst>
            <pc:docMk/>
            <pc:sldMk cId="3839442811" sldId="363"/>
            <ac:picMk id="3" creationId="{A12F1CEB-7669-BA76-09B4-573F95534A89}"/>
          </ac:picMkLst>
        </pc:picChg>
        <pc:picChg chg="del">
          <ac:chgData name="Rachaita Dutta" userId="f22006c0bb25b989" providerId="LiveId" clId="{C9CC4FF0-0674-4239-A695-D4BB51F3ACF6}" dt="2025-10-28T09:21:39.342" v="2042" actId="478"/>
          <ac:picMkLst>
            <pc:docMk/>
            <pc:sldMk cId="3839442811" sldId="363"/>
            <ac:picMk id="4" creationId="{1D9E5769-0AF8-5E9D-4583-8E701ECE765C}"/>
          </ac:picMkLst>
        </pc:picChg>
        <pc:picChg chg="add mod">
          <ac:chgData name="Rachaita Dutta" userId="f22006c0bb25b989" providerId="LiveId" clId="{C9CC4FF0-0674-4239-A695-D4BB51F3ACF6}" dt="2025-10-28T09:22:07.580" v="2049" actId="14100"/>
          <ac:picMkLst>
            <pc:docMk/>
            <pc:sldMk cId="3839442811" sldId="363"/>
            <ac:picMk id="6" creationId="{1D57A73B-EB40-0526-BA48-3E3C039F6D8D}"/>
          </ac:picMkLst>
        </pc:picChg>
      </pc:sldChg>
      <pc:sldChg chg="addSp delSp modSp add mod">
        <pc:chgData name="Rachaita Dutta" userId="f22006c0bb25b989" providerId="LiveId" clId="{C9CC4FF0-0674-4239-A695-D4BB51F3ACF6}" dt="2025-10-29T06:18:16.360" v="2104" actId="14100"/>
        <pc:sldMkLst>
          <pc:docMk/>
          <pc:sldMk cId="3593470115" sldId="364"/>
        </pc:sldMkLst>
        <pc:picChg chg="add del mod">
          <ac:chgData name="Rachaita Dutta" userId="f22006c0bb25b989" providerId="LiveId" clId="{C9CC4FF0-0674-4239-A695-D4BB51F3ACF6}" dt="2025-10-29T06:14:21.504" v="2100" actId="478"/>
          <ac:picMkLst>
            <pc:docMk/>
            <pc:sldMk cId="3593470115" sldId="364"/>
            <ac:picMk id="3" creationId="{D84A4CAB-31A8-C7D5-ECAC-4429BAA6C8AD}"/>
          </ac:picMkLst>
        </pc:picChg>
        <pc:picChg chg="del">
          <ac:chgData name="Rachaita Dutta" userId="f22006c0bb25b989" providerId="LiveId" clId="{C9CC4FF0-0674-4239-A695-D4BB51F3ACF6}" dt="2025-10-28T09:22:12.480" v="2051" actId="478"/>
          <ac:picMkLst>
            <pc:docMk/>
            <pc:sldMk cId="3593470115" sldId="364"/>
            <ac:picMk id="4" creationId="{832ECE7D-9546-08A4-C003-40F345CC34CA}"/>
          </ac:picMkLst>
        </pc:picChg>
        <pc:picChg chg="add mod">
          <ac:chgData name="Rachaita Dutta" userId="f22006c0bb25b989" providerId="LiveId" clId="{C9CC4FF0-0674-4239-A695-D4BB51F3ACF6}" dt="2025-10-29T06:18:16.360" v="2104" actId="14100"/>
          <ac:picMkLst>
            <pc:docMk/>
            <pc:sldMk cId="3593470115" sldId="364"/>
            <ac:picMk id="4" creationId="{D3A13246-D725-DE92-051A-FE0A00FBA365}"/>
          </ac:picMkLst>
        </pc:picChg>
      </pc:sldChg>
      <pc:sldChg chg="addSp delSp modSp add mod">
        <pc:chgData name="Rachaita Dutta" userId="f22006c0bb25b989" providerId="LiveId" clId="{C9CC4FF0-0674-4239-A695-D4BB51F3ACF6}" dt="2025-10-29T06:18:41.323" v="2111" actId="14100"/>
        <pc:sldMkLst>
          <pc:docMk/>
          <pc:sldMk cId="700389192" sldId="365"/>
        </pc:sldMkLst>
        <pc:picChg chg="add mod">
          <ac:chgData name="Rachaita Dutta" userId="f22006c0bb25b989" providerId="LiveId" clId="{C9CC4FF0-0674-4239-A695-D4BB51F3ACF6}" dt="2025-10-29T06:18:41.323" v="2111" actId="14100"/>
          <ac:picMkLst>
            <pc:docMk/>
            <pc:sldMk cId="700389192" sldId="365"/>
            <ac:picMk id="3" creationId="{46539D4A-4282-A72A-997E-44CB945A308C}"/>
          </ac:picMkLst>
        </pc:picChg>
        <pc:picChg chg="del">
          <ac:chgData name="Rachaita Dutta" userId="f22006c0bb25b989" providerId="LiveId" clId="{C9CC4FF0-0674-4239-A695-D4BB51F3ACF6}" dt="2025-10-29T06:18:22.660" v="2106" actId="478"/>
          <ac:picMkLst>
            <pc:docMk/>
            <pc:sldMk cId="700389192" sldId="365"/>
            <ac:picMk id="4" creationId="{2D571D86-34E0-79F4-FA18-6BCF94A8DA29}"/>
          </ac:picMkLst>
        </pc:picChg>
      </pc:sldChg>
      <pc:sldChg chg="addSp delSp modSp add mod">
        <pc:chgData name="Rachaita Dutta" userId="f22006c0bb25b989" providerId="LiveId" clId="{C9CC4FF0-0674-4239-A695-D4BB51F3ACF6}" dt="2025-10-29T06:19:22.140" v="2123" actId="14100"/>
        <pc:sldMkLst>
          <pc:docMk/>
          <pc:sldMk cId="1633050681" sldId="366"/>
        </pc:sldMkLst>
        <pc:picChg chg="add mod">
          <ac:chgData name="Rachaita Dutta" userId="f22006c0bb25b989" providerId="LiveId" clId="{C9CC4FF0-0674-4239-A695-D4BB51F3ACF6}" dt="2025-10-29T06:19:22.140" v="2123" actId="14100"/>
          <ac:picMkLst>
            <pc:docMk/>
            <pc:sldMk cId="1633050681" sldId="366"/>
            <ac:picMk id="3" creationId="{6639A386-92A2-443B-55C9-08701B0F6BE2}"/>
          </ac:picMkLst>
        </pc:picChg>
        <pc:picChg chg="del">
          <ac:chgData name="Rachaita Dutta" userId="f22006c0bb25b989" providerId="LiveId" clId="{C9CC4FF0-0674-4239-A695-D4BB51F3ACF6}" dt="2025-10-29T06:18:44.718" v="2113" actId="478"/>
          <ac:picMkLst>
            <pc:docMk/>
            <pc:sldMk cId="1633050681" sldId="366"/>
            <ac:picMk id="4" creationId="{A5E439B0-EFCE-8595-ED88-2151D1973EE2}"/>
          </ac:picMkLst>
        </pc:picChg>
        <pc:picChg chg="add mod">
          <ac:chgData name="Rachaita Dutta" userId="f22006c0bb25b989" providerId="LiveId" clId="{C9CC4FF0-0674-4239-A695-D4BB51F3ACF6}" dt="2025-10-29T06:19:18.668" v="2122" actId="14100"/>
          <ac:picMkLst>
            <pc:docMk/>
            <pc:sldMk cId="1633050681" sldId="366"/>
            <ac:picMk id="6" creationId="{CB20CDCB-0950-53A8-7F6E-860DB9D833EA}"/>
          </ac:picMkLst>
        </pc:picChg>
      </pc:sldChg>
      <pc:sldChg chg="addSp delSp modSp add mod">
        <pc:chgData name="Rachaita Dutta" userId="f22006c0bb25b989" providerId="LiveId" clId="{C9CC4FF0-0674-4239-A695-D4BB51F3ACF6}" dt="2025-10-29T06:19:42.902" v="2130" actId="14100"/>
        <pc:sldMkLst>
          <pc:docMk/>
          <pc:sldMk cId="1043074297" sldId="367"/>
        </pc:sldMkLst>
        <pc:picChg chg="add mod">
          <ac:chgData name="Rachaita Dutta" userId="f22006c0bb25b989" providerId="LiveId" clId="{C9CC4FF0-0674-4239-A695-D4BB51F3ACF6}" dt="2025-10-29T06:19:42.902" v="2130" actId="14100"/>
          <ac:picMkLst>
            <pc:docMk/>
            <pc:sldMk cId="1043074297" sldId="367"/>
            <ac:picMk id="3" creationId="{BA3CBC66-8FEF-FD81-F15E-60765CDDC27A}"/>
          </ac:picMkLst>
        </pc:picChg>
        <pc:picChg chg="del">
          <ac:chgData name="Rachaita Dutta" userId="f22006c0bb25b989" providerId="LiveId" clId="{C9CC4FF0-0674-4239-A695-D4BB51F3ACF6}" dt="2025-10-29T06:19:26.364" v="2125" actId="478"/>
          <ac:picMkLst>
            <pc:docMk/>
            <pc:sldMk cId="1043074297" sldId="367"/>
            <ac:picMk id="4" creationId="{26F38C8F-37DD-1E1A-2BD3-3C75FD768B66}"/>
          </ac:picMkLst>
        </pc:picChg>
      </pc:sldChg>
      <pc:sldChg chg="addSp delSp modSp add mod modNotesTx">
        <pc:chgData name="Rachaita Dutta" userId="f22006c0bb25b989" providerId="LiveId" clId="{C9CC4FF0-0674-4239-A695-D4BB51F3ACF6}" dt="2025-10-29T06:37:51.168" v="2209" actId="20577"/>
        <pc:sldMkLst>
          <pc:docMk/>
          <pc:sldMk cId="3379678177" sldId="368"/>
        </pc:sldMkLst>
        <pc:picChg chg="add mod">
          <ac:chgData name="Rachaita Dutta" userId="f22006c0bb25b989" providerId="LiveId" clId="{C9CC4FF0-0674-4239-A695-D4BB51F3ACF6}" dt="2025-10-29T06:20:02.363" v="2137" actId="14100"/>
          <ac:picMkLst>
            <pc:docMk/>
            <pc:sldMk cId="3379678177" sldId="368"/>
            <ac:picMk id="3" creationId="{8D2BFAD9-70BD-BFF4-A7C9-FFC2405C9A76}"/>
          </ac:picMkLst>
        </pc:picChg>
        <pc:picChg chg="del">
          <ac:chgData name="Rachaita Dutta" userId="f22006c0bb25b989" providerId="LiveId" clId="{C9CC4FF0-0674-4239-A695-D4BB51F3ACF6}" dt="2025-10-29T06:19:46.260" v="2132" actId="478"/>
          <ac:picMkLst>
            <pc:docMk/>
            <pc:sldMk cId="3379678177" sldId="368"/>
            <ac:picMk id="4" creationId="{3A788EBC-7B20-BF5C-C8F8-ADB92A7E9020}"/>
          </ac:picMkLst>
        </pc:picChg>
      </pc:sldChg>
      <pc:sldChg chg="addSp delSp modSp add mod">
        <pc:chgData name="Rachaita Dutta" userId="f22006c0bb25b989" providerId="LiveId" clId="{C9CC4FF0-0674-4239-A695-D4BB51F3ACF6}" dt="2025-10-29T06:21:20.664" v="2159" actId="14100"/>
        <pc:sldMkLst>
          <pc:docMk/>
          <pc:sldMk cId="4196502456" sldId="369"/>
        </pc:sldMkLst>
        <pc:picChg chg="add del mod">
          <ac:chgData name="Rachaita Dutta" userId="f22006c0bb25b989" providerId="LiveId" clId="{C9CC4FF0-0674-4239-A695-D4BB51F3ACF6}" dt="2025-10-29T06:20:20.007" v="2141" actId="478"/>
          <ac:picMkLst>
            <pc:docMk/>
            <pc:sldMk cId="4196502456" sldId="369"/>
            <ac:picMk id="3" creationId="{43B1EA0E-ED51-CA96-BB30-0B6518CD739E}"/>
          </ac:picMkLst>
        </pc:picChg>
        <pc:picChg chg="del">
          <ac:chgData name="Rachaita Dutta" userId="f22006c0bb25b989" providerId="LiveId" clId="{C9CC4FF0-0674-4239-A695-D4BB51F3ACF6}" dt="2025-10-29T06:20:06.607" v="2139" actId="478"/>
          <ac:picMkLst>
            <pc:docMk/>
            <pc:sldMk cId="4196502456" sldId="369"/>
            <ac:picMk id="4" creationId="{9DFAE010-5C84-1368-0E7E-C01C026B170B}"/>
          </ac:picMkLst>
        </pc:picChg>
        <pc:picChg chg="add mod">
          <ac:chgData name="Rachaita Dutta" userId="f22006c0bb25b989" providerId="LiveId" clId="{C9CC4FF0-0674-4239-A695-D4BB51F3ACF6}" dt="2025-10-29T06:21:14.014" v="2156" actId="14100"/>
          <ac:picMkLst>
            <pc:docMk/>
            <pc:sldMk cId="4196502456" sldId="369"/>
            <ac:picMk id="6" creationId="{5E8F5F1D-8EC2-7F84-4D18-93F5FB1560DC}"/>
          </ac:picMkLst>
        </pc:picChg>
        <pc:picChg chg="add mod">
          <ac:chgData name="Rachaita Dutta" userId="f22006c0bb25b989" providerId="LiveId" clId="{C9CC4FF0-0674-4239-A695-D4BB51F3ACF6}" dt="2025-10-29T06:21:20.664" v="2159" actId="14100"/>
          <ac:picMkLst>
            <pc:docMk/>
            <pc:sldMk cId="4196502456" sldId="369"/>
            <ac:picMk id="7" creationId="{A829D2EA-F83D-998C-B2AB-5C565A21FEA2}"/>
          </ac:picMkLst>
        </pc:picChg>
      </pc:sldChg>
      <pc:sldChg chg="addSp delSp modSp add mod">
        <pc:chgData name="Rachaita Dutta" userId="f22006c0bb25b989" providerId="LiveId" clId="{C9CC4FF0-0674-4239-A695-D4BB51F3ACF6}" dt="2025-10-29T06:21:42.289" v="2165" actId="478"/>
        <pc:sldMkLst>
          <pc:docMk/>
          <pc:sldMk cId="1667887190" sldId="370"/>
        </pc:sldMkLst>
        <pc:picChg chg="add del mod">
          <ac:chgData name="Rachaita Dutta" userId="f22006c0bb25b989" providerId="LiveId" clId="{C9CC4FF0-0674-4239-A695-D4BB51F3ACF6}" dt="2025-10-29T06:21:00.734" v="2151" actId="21"/>
          <ac:picMkLst>
            <pc:docMk/>
            <pc:sldMk cId="1667887190" sldId="370"/>
            <ac:picMk id="3" creationId="{A829D2EA-F83D-998C-B2AB-5C565A21FEA2}"/>
          </ac:picMkLst>
        </pc:picChg>
        <pc:picChg chg="del">
          <ac:chgData name="Rachaita Dutta" userId="f22006c0bb25b989" providerId="LiveId" clId="{C9CC4FF0-0674-4239-A695-D4BB51F3ACF6}" dt="2025-10-29T06:20:40.017" v="2147" actId="478"/>
          <ac:picMkLst>
            <pc:docMk/>
            <pc:sldMk cId="1667887190" sldId="370"/>
            <ac:picMk id="4" creationId="{D2F68961-4B51-BC1D-8E3B-B27EE83F536F}"/>
          </ac:picMkLst>
        </pc:picChg>
        <pc:picChg chg="add mod">
          <ac:chgData name="Rachaita Dutta" userId="f22006c0bb25b989" providerId="LiveId" clId="{C9CC4FF0-0674-4239-A695-D4BB51F3ACF6}" dt="2025-10-29T06:21:36.893" v="2163" actId="14100"/>
          <ac:picMkLst>
            <pc:docMk/>
            <pc:sldMk cId="1667887190" sldId="370"/>
            <ac:picMk id="6" creationId="{2603BB3E-F469-A851-2AED-D364857D0F31}"/>
          </ac:picMkLst>
        </pc:picChg>
        <pc:picChg chg="add del mod">
          <ac:chgData name="Rachaita Dutta" userId="f22006c0bb25b989" providerId="LiveId" clId="{C9CC4FF0-0674-4239-A695-D4BB51F3ACF6}" dt="2025-10-29T06:21:42.289" v="2165" actId="478"/>
          <ac:picMkLst>
            <pc:docMk/>
            <pc:sldMk cId="1667887190" sldId="370"/>
            <ac:picMk id="7" creationId="{1DEF6C15-6D9C-431F-F96C-BD203E597EF6}"/>
          </ac:picMkLst>
        </pc:picChg>
      </pc:sldChg>
      <pc:sldChg chg="addSp delSp modSp add mod">
        <pc:chgData name="Rachaita Dutta" userId="f22006c0bb25b989" providerId="LiveId" clId="{C9CC4FF0-0674-4239-A695-D4BB51F3ACF6}" dt="2025-10-29T06:22:03.911" v="2172" actId="14100"/>
        <pc:sldMkLst>
          <pc:docMk/>
          <pc:sldMk cId="2645799103" sldId="371"/>
        </pc:sldMkLst>
        <pc:picChg chg="add mod">
          <ac:chgData name="Rachaita Dutta" userId="f22006c0bb25b989" providerId="LiveId" clId="{C9CC4FF0-0674-4239-A695-D4BB51F3ACF6}" dt="2025-10-29T06:22:03.911" v="2172" actId="14100"/>
          <ac:picMkLst>
            <pc:docMk/>
            <pc:sldMk cId="2645799103" sldId="371"/>
            <ac:picMk id="3" creationId="{F849AFB7-3266-D698-932D-E74FCAFCF0CA}"/>
          </ac:picMkLst>
        </pc:picChg>
        <pc:picChg chg="del">
          <ac:chgData name="Rachaita Dutta" userId="f22006c0bb25b989" providerId="LiveId" clId="{C9CC4FF0-0674-4239-A695-D4BB51F3ACF6}" dt="2025-10-29T06:21:48.444" v="2167" actId="478"/>
          <ac:picMkLst>
            <pc:docMk/>
            <pc:sldMk cId="2645799103" sldId="371"/>
            <ac:picMk id="6" creationId="{0254DF71-952B-33DD-3367-BDE013069662}"/>
          </ac:picMkLst>
        </pc:picChg>
      </pc:sldChg>
      <pc:sldChg chg="addSp delSp modSp add mod">
        <pc:chgData name="Rachaita Dutta" userId="f22006c0bb25b989" providerId="LiveId" clId="{C9CC4FF0-0674-4239-A695-D4BB51F3ACF6}" dt="2025-10-29T06:22:31.326" v="2180" actId="14100"/>
        <pc:sldMkLst>
          <pc:docMk/>
          <pc:sldMk cId="1812329966" sldId="372"/>
        </pc:sldMkLst>
        <pc:picChg chg="add mod">
          <ac:chgData name="Rachaita Dutta" userId="f22006c0bb25b989" providerId="LiveId" clId="{C9CC4FF0-0674-4239-A695-D4BB51F3ACF6}" dt="2025-10-29T06:22:31.326" v="2180" actId="14100"/>
          <ac:picMkLst>
            <pc:docMk/>
            <pc:sldMk cId="1812329966" sldId="372"/>
            <ac:picMk id="3" creationId="{E3E82B9B-817B-7AB6-1DE2-DAD8A577BE8F}"/>
          </ac:picMkLst>
        </pc:picChg>
        <pc:picChg chg="del">
          <ac:chgData name="Rachaita Dutta" userId="f22006c0bb25b989" providerId="LiveId" clId="{C9CC4FF0-0674-4239-A695-D4BB51F3ACF6}" dt="2025-10-29T06:22:09.734" v="2174" actId="478"/>
          <ac:picMkLst>
            <pc:docMk/>
            <pc:sldMk cId="1812329966" sldId="372"/>
            <ac:picMk id="6" creationId="{F3EF3E46-4289-6C72-1EAC-BCDDDE8C1C48}"/>
          </ac:picMkLst>
        </pc:picChg>
      </pc:sldChg>
      <pc:sldChg chg="addSp delSp modSp add mod modNotesTx">
        <pc:chgData name="Rachaita Dutta" userId="f22006c0bb25b989" providerId="LiveId" clId="{C9CC4FF0-0674-4239-A695-D4BB51F3ACF6}" dt="2025-10-29T06:42:50.420" v="2244" actId="20577"/>
        <pc:sldMkLst>
          <pc:docMk/>
          <pc:sldMk cId="2241181816" sldId="373"/>
        </pc:sldMkLst>
        <pc:picChg chg="add mod">
          <ac:chgData name="Rachaita Dutta" userId="f22006c0bb25b989" providerId="LiveId" clId="{C9CC4FF0-0674-4239-A695-D4BB51F3ACF6}" dt="2025-10-29T06:42:03.067" v="2216" actId="14100"/>
          <ac:picMkLst>
            <pc:docMk/>
            <pc:sldMk cId="2241181816" sldId="373"/>
            <ac:picMk id="3" creationId="{52C72690-B689-BBA2-3150-3E611AC9BE6F}"/>
          </ac:picMkLst>
        </pc:picChg>
        <pc:picChg chg="del">
          <ac:chgData name="Rachaita Dutta" userId="f22006c0bb25b989" providerId="LiveId" clId="{C9CC4FF0-0674-4239-A695-D4BB51F3ACF6}" dt="2025-10-29T06:41:26.305" v="2211" actId="478"/>
          <ac:picMkLst>
            <pc:docMk/>
            <pc:sldMk cId="2241181816" sldId="373"/>
            <ac:picMk id="6" creationId="{E0A5AB39-94B3-C0E0-5BEC-B1045B87CB95}"/>
          </ac:picMkLst>
        </pc:picChg>
      </pc:sldChg>
      <pc:sldChg chg="addSp delSp modSp add mod">
        <pc:chgData name="Rachaita Dutta" userId="f22006c0bb25b989" providerId="LiveId" clId="{C9CC4FF0-0674-4239-A695-D4BB51F3ACF6}" dt="2025-10-29T06:42:28.714" v="2223" actId="14100"/>
        <pc:sldMkLst>
          <pc:docMk/>
          <pc:sldMk cId="4035715607" sldId="374"/>
        </pc:sldMkLst>
        <pc:picChg chg="add mod">
          <ac:chgData name="Rachaita Dutta" userId="f22006c0bb25b989" providerId="LiveId" clId="{C9CC4FF0-0674-4239-A695-D4BB51F3ACF6}" dt="2025-10-29T06:42:28.714" v="2223" actId="14100"/>
          <ac:picMkLst>
            <pc:docMk/>
            <pc:sldMk cId="4035715607" sldId="374"/>
            <ac:picMk id="3" creationId="{72E54637-842B-D871-8CD1-9BCD6CADD246}"/>
          </ac:picMkLst>
        </pc:picChg>
        <pc:picChg chg="del">
          <ac:chgData name="Rachaita Dutta" userId="f22006c0bb25b989" providerId="LiveId" clId="{C9CC4FF0-0674-4239-A695-D4BB51F3ACF6}" dt="2025-10-29T06:42:07.078" v="2218" actId="478"/>
          <ac:picMkLst>
            <pc:docMk/>
            <pc:sldMk cId="4035715607" sldId="374"/>
            <ac:picMk id="6" creationId="{F8DA0646-7E89-4850-11BC-C92AA44B171D}"/>
          </ac:picMkLst>
        </pc:picChg>
      </pc:sldChg>
      <pc:sldChg chg="addSp delSp modSp add mod modNotesTx">
        <pc:chgData name="Rachaita Dutta" userId="f22006c0bb25b989" providerId="LiveId" clId="{C9CC4FF0-0674-4239-A695-D4BB51F3ACF6}" dt="2025-10-29T07:25:01.143" v="2292" actId="20577"/>
        <pc:sldMkLst>
          <pc:docMk/>
          <pc:sldMk cId="4185775972" sldId="375"/>
        </pc:sldMkLst>
        <pc:picChg chg="del">
          <ac:chgData name="Rachaita Dutta" userId="f22006c0bb25b989" providerId="LiveId" clId="{C9CC4FF0-0674-4239-A695-D4BB51F3ACF6}" dt="2025-10-29T07:20:53.471" v="2246" actId="478"/>
          <ac:picMkLst>
            <pc:docMk/>
            <pc:sldMk cId="4185775972" sldId="375"/>
            <ac:picMk id="3" creationId="{F907A79E-6A36-7E0E-6864-4ABC18E2549D}"/>
          </ac:picMkLst>
        </pc:picChg>
        <pc:picChg chg="add mod">
          <ac:chgData name="Rachaita Dutta" userId="f22006c0bb25b989" providerId="LiveId" clId="{C9CC4FF0-0674-4239-A695-D4BB51F3ACF6}" dt="2025-10-29T07:21:26.413" v="2251" actId="14100"/>
          <ac:picMkLst>
            <pc:docMk/>
            <pc:sldMk cId="4185775972" sldId="375"/>
            <ac:picMk id="4" creationId="{F75A49DD-2E33-B1F9-1D26-41FEBE285CDF}"/>
          </ac:picMkLst>
        </pc:picChg>
      </pc:sldChg>
      <pc:sldChg chg="addSp delSp modSp add mod">
        <pc:chgData name="Rachaita Dutta" userId="f22006c0bb25b989" providerId="LiveId" clId="{C9CC4FF0-0674-4239-A695-D4BB51F3ACF6}" dt="2025-10-29T07:22:18.043" v="2258" actId="14100"/>
        <pc:sldMkLst>
          <pc:docMk/>
          <pc:sldMk cId="3385192932" sldId="376"/>
        </pc:sldMkLst>
        <pc:picChg chg="del">
          <ac:chgData name="Rachaita Dutta" userId="f22006c0bb25b989" providerId="LiveId" clId="{C9CC4FF0-0674-4239-A695-D4BB51F3ACF6}" dt="2025-10-29T07:21:55.588" v="2253" actId="478"/>
          <ac:picMkLst>
            <pc:docMk/>
            <pc:sldMk cId="3385192932" sldId="376"/>
            <ac:picMk id="3" creationId="{A39E0DFC-2F11-ECA2-32BA-5D0A2BFDA76E}"/>
          </ac:picMkLst>
        </pc:picChg>
        <pc:picChg chg="add mod">
          <ac:chgData name="Rachaita Dutta" userId="f22006c0bb25b989" providerId="LiveId" clId="{C9CC4FF0-0674-4239-A695-D4BB51F3ACF6}" dt="2025-10-29T07:22:18.043" v="2258" actId="14100"/>
          <ac:picMkLst>
            <pc:docMk/>
            <pc:sldMk cId="3385192932" sldId="376"/>
            <ac:picMk id="4" creationId="{EB79A22C-48D7-6386-1229-93B8CCAAB0B0}"/>
          </ac:picMkLst>
        </pc:picChg>
      </pc:sldChg>
      <pc:sldChg chg="addSp delSp modSp add mod">
        <pc:chgData name="Rachaita Dutta" userId="f22006c0bb25b989" providerId="LiveId" clId="{C9CC4FF0-0674-4239-A695-D4BB51F3ACF6}" dt="2025-10-29T07:22:47.859" v="2266" actId="14100"/>
        <pc:sldMkLst>
          <pc:docMk/>
          <pc:sldMk cId="1178310018" sldId="377"/>
        </pc:sldMkLst>
        <pc:picChg chg="del">
          <ac:chgData name="Rachaita Dutta" userId="f22006c0bb25b989" providerId="LiveId" clId="{C9CC4FF0-0674-4239-A695-D4BB51F3ACF6}" dt="2025-10-29T07:22:23.088" v="2260" actId="478"/>
          <ac:picMkLst>
            <pc:docMk/>
            <pc:sldMk cId="1178310018" sldId="377"/>
            <ac:picMk id="3" creationId="{A0200AF2-C810-E91E-F064-6C32A5F4B782}"/>
          </ac:picMkLst>
        </pc:picChg>
        <pc:picChg chg="add mod">
          <ac:chgData name="Rachaita Dutta" userId="f22006c0bb25b989" providerId="LiveId" clId="{C9CC4FF0-0674-4239-A695-D4BB51F3ACF6}" dt="2025-10-29T07:22:47.859" v="2266" actId="14100"/>
          <ac:picMkLst>
            <pc:docMk/>
            <pc:sldMk cId="1178310018" sldId="377"/>
            <ac:picMk id="4" creationId="{76DAC57E-E020-6C85-FCF4-61694B3B9A29}"/>
          </ac:picMkLst>
        </pc:picChg>
      </pc:sldChg>
      <pc:sldChg chg="addSp delSp modSp add mod">
        <pc:chgData name="Rachaita Dutta" userId="f22006c0bb25b989" providerId="LiveId" clId="{C9CC4FF0-0674-4239-A695-D4BB51F3ACF6}" dt="2025-10-29T17:32:44.572" v="2299" actId="14100"/>
        <pc:sldMkLst>
          <pc:docMk/>
          <pc:sldMk cId="475024000" sldId="378"/>
        </pc:sldMkLst>
        <pc:picChg chg="add mod">
          <ac:chgData name="Rachaita Dutta" userId="f22006c0bb25b989" providerId="LiveId" clId="{C9CC4FF0-0674-4239-A695-D4BB51F3ACF6}" dt="2025-10-29T17:32:44.572" v="2299" actId="14100"/>
          <ac:picMkLst>
            <pc:docMk/>
            <pc:sldMk cId="475024000" sldId="378"/>
            <ac:picMk id="3" creationId="{4FCD7716-945D-1789-53E0-C66B28343F00}"/>
          </ac:picMkLst>
        </pc:picChg>
        <pc:picChg chg="del">
          <ac:chgData name="Rachaita Dutta" userId="f22006c0bb25b989" providerId="LiveId" clId="{C9CC4FF0-0674-4239-A695-D4BB51F3ACF6}" dt="2025-10-29T17:30:44.776" v="2294" actId="478"/>
          <ac:picMkLst>
            <pc:docMk/>
            <pc:sldMk cId="475024000" sldId="378"/>
            <ac:picMk id="4" creationId="{740F856A-E093-5B08-B2AC-E3F56FC9ADBD}"/>
          </ac:picMkLst>
        </pc:picChg>
      </pc:sldChg>
      <pc:sldChg chg="addSp delSp modSp add mod">
        <pc:chgData name="Rachaita Dutta" userId="f22006c0bb25b989" providerId="LiveId" clId="{C9CC4FF0-0674-4239-A695-D4BB51F3ACF6}" dt="2025-10-29T17:33:17.506" v="2306" actId="14100"/>
        <pc:sldMkLst>
          <pc:docMk/>
          <pc:sldMk cId="655764263" sldId="379"/>
        </pc:sldMkLst>
        <pc:picChg chg="add mod">
          <ac:chgData name="Rachaita Dutta" userId="f22006c0bb25b989" providerId="LiveId" clId="{C9CC4FF0-0674-4239-A695-D4BB51F3ACF6}" dt="2025-10-29T17:33:17.506" v="2306" actId="14100"/>
          <ac:picMkLst>
            <pc:docMk/>
            <pc:sldMk cId="655764263" sldId="379"/>
            <ac:picMk id="3" creationId="{AF85F35F-7E54-1B2F-2AB9-1CF38BF370DA}"/>
          </ac:picMkLst>
        </pc:picChg>
        <pc:picChg chg="del">
          <ac:chgData name="Rachaita Dutta" userId="f22006c0bb25b989" providerId="LiveId" clId="{C9CC4FF0-0674-4239-A695-D4BB51F3ACF6}" dt="2025-10-29T17:32:48.416" v="2301" actId="478"/>
          <ac:picMkLst>
            <pc:docMk/>
            <pc:sldMk cId="655764263" sldId="379"/>
            <ac:picMk id="4" creationId="{DCDA7423-1589-13B0-1B8D-28624E6A6FC2}"/>
          </ac:picMkLst>
        </pc:picChg>
      </pc:sldChg>
      <pc:sldChg chg="addSp delSp modSp add mod">
        <pc:chgData name="Rachaita Dutta" userId="f22006c0bb25b989" providerId="LiveId" clId="{C9CC4FF0-0674-4239-A695-D4BB51F3ACF6}" dt="2025-10-29T17:34:32.511" v="2322" actId="14100"/>
        <pc:sldMkLst>
          <pc:docMk/>
          <pc:sldMk cId="3827195879" sldId="380"/>
        </pc:sldMkLst>
        <pc:picChg chg="add mod">
          <ac:chgData name="Rachaita Dutta" userId="f22006c0bb25b989" providerId="LiveId" clId="{C9CC4FF0-0674-4239-A695-D4BB51F3ACF6}" dt="2025-10-29T17:34:28.912" v="2321" actId="14100"/>
          <ac:picMkLst>
            <pc:docMk/>
            <pc:sldMk cId="3827195879" sldId="380"/>
            <ac:picMk id="3" creationId="{A21BA9C8-1824-2F1D-29F1-5073C2617BE4}"/>
          </ac:picMkLst>
        </pc:picChg>
        <pc:picChg chg="del">
          <ac:chgData name="Rachaita Dutta" userId="f22006c0bb25b989" providerId="LiveId" clId="{C9CC4FF0-0674-4239-A695-D4BB51F3ACF6}" dt="2025-10-29T17:33:23.506" v="2308" actId="478"/>
          <ac:picMkLst>
            <pc:docMk/>
            <pc:sldMk cId="3827195879" sldId="380"/>
            <ac:picMk id="4" creationId="{90C74A88-C788-9620-185D-617F5E13DC24}"/>
          </ac:picMkLst>
        </pc:picChg>
        <pc:picChg chg="add mod">
          <ac:chgData name="Rachaita Dutta" userId="f22006c0bb25b989" providerId="LiveId" clId="{C9CC4FF0-0674-4239-A695-D4BB51F3ACF6}" dt="2025-10-29T17:34:32.511" v="2322" actId="14100"/>
          <ac:picMkLst>
            <pc:docMk/>
            <pc:sldMk cId="3827195879" sldId="380"/>
            <ac:picMk id="6" creationId="{5CA66C7A-5BE3-57BC-2830-28775DA258DC}"/>
          </ac:picMkLst>
        </pc:picChg>
      </pc:sldChg>
      <pc:sldMasterChg chg="modSp modSldLayout">
        <pc:chgData name="Rachaita Dutta" userId="f22006c0bb25b989" providerId="LiveId" clId="{C9CC4FF0-0674-4239-A695-D4BB51F3ACF6}" dt="2025-09-12T17:01:20.260" v="630"/>
        <pc:sldMasterMkLst>
          <pc:docMk/>
          <pc:sldMasterMk cId="1636003154" sldId="2147483648"/>
        </pc:sldMasterMkLst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2223444060" sldId="2147483651"/>
          </pc:sldLayoutMkLst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3021782729" sldId="2147483654"/>
          </pc:sldLayoutMkLst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3429611174" sldId="2147483661"/>
          </pc:sldLayoutMkLst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4030094665" sldId="2147483664"/>
          </pc:sldLayoutMkLst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1657158466" sldId="2147483666"/>
          </pc:sldLayoutMkLst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3452433515" sldId="2147483670"/>
          </pc:sldLayoutMkLst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747404475" sldId="2147483673"/>
          </pc:sldLayoutMkLst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1970575627" sldId="2147483674"/>
          </pc:sldLayoutMkLst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3659711355" sldId="2147483675"/>
          </pc:sldLayoutMkLst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3338622671" sldId="2147483676"/>
          </pc:sldLayoutMkLst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4027163612" sldId="2147483678"/>
          </pc:sldLayoutMkLst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2236171487" sldId="2147483680"/>
          </pc:sldLayoutMkLst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339423165" sldId="2147483681"/>
          </pc:sldLayoutMkLst>
        </pc:sldLayoutChg>
        <pc:sldLayoutChg chg="modSp">
          <pc:chgData name="Rachaita Dutta" userId="f22006c0bb25b989" providerId="LiveId" clId="{C9CC4FF0-0674-4239-A695-D4BB51F3ACF6}" dt="2025-09-12T17:01:20.260" v="630"/>
          <pc:sldLayoutMkLst>
            <pc:docMk/>
            <pc:sldMasterMk cId="1636003154" sldId="2147483648"/>
            <pc:sldLayoutMk cId="2306274893" sldId="2147483682"/>
          </pc:sldLayoutMkLst>
        </pc:sldLayoutChg>
      </pc:sldMasterChg>
    </pc:docChg>
  </pc:docChgLst>
  <pc:docChgLst>
    <pc:chgData name="Rachaita Dutta" userId="f22006c0bb25b989" providerId="LiveId" clId="{5096F3FA-1780-400F-9307-D6218CE6B574}"/>
    <pc:docChg chg="undo custSel addSld delSld modSld">
      <pc:chgData name="Rachaita Dutta" userId="f22006c0bb25b989" providerId="LiveId" clId="{5096F3FA-1780-400F-9307-D6218CE6B574}" dt="2025-09-05T07:21:52.282" v="2135" actId="47"/>
      <pc:docMkLst>
        <pc:docMk/>
      </pc:docMkLst>
      <pc:sldChg chg="delSp modSp mod">
        <pc:chgData name="Rachaita Dutta" userId="f22006c0bb25b989" providerId="LiveId" clId="{5096F3FA-1780-400F-9307-D6218CE6B574}" dt="2025-09-04T10:12:48.824" v="746" actId="403"/>
        <pc:sldMkLst>
          <pc:docMk/>
          <pc:sldMk cId="2222324472" sldId="308"/>
        </pc:sldMkLst>
      </pc:sldChg>
      <pc:sldChg chg="modSp mod">
        <pc:chgData name="Rachaita Dutta" userId="f22006c0bb25b989" providerId="LiveId" clId="{5096F3FA-1780-400F-9307-D6218CE6B574}" dt="2025-09-02T16:36:56.122" v="22" actId="1076"/>
        <pc:sldMkLst>
          <pc:docMk/>
          <pc:sldMk cId="1338167130" sldId="317"/>
        </pc:sldMkLst>
      </pc:sldChg>
      <pc:sldChg chg="addSp modSp add mod">
        <pc:chgData name="Rachaita Dutta" userId="f22006c0bb25b989" providerId="LiveId" clId="{5096F3FA-1780-400F-9307-D6218CE6B574}" dt="2025-09-03T09:40:21.480" v="442" actId="1076"/>
        <pc:sldMkLst>
          <pc:docMk/>
          <pc:sldMk cId="2327602309" sldId="318"/>
        </pc:sldMkLst>
      </pc:sldChg>
      <pc:sldChg chg="addSp delSp modSp new mod">
        <pc:chgData name="Rachaita Dutta" userId="f22006c0bb25b989" providerId="LiveId" clId="{5096F3FA-1780-400F-9307-D6218CE6B574}" dt="2025-09-03T05:35:00.028" v="390" actId="207"/>
        <pc:sldMkLst>
          <pc:docMk/>
          <pc:sldMk cId="3974836523" sldId="319"/>
        </pc:sldMkLst>
      </pc:sldChg>
      <pc:sldChg chg="addSp delSp modSp new mod">
        <pc:chgData name="Rachaita Dutta" userId="f22006c0bb25b989" providerId="LiveId" clId="{5096F3FA-1780-400F-9307-D6218CE6B574}" dt="2025-09-03T09:43:18.673" v="515" actId="404"/>
        <pc:sldMkLst>
          <pc:docMk/>
          <pc:sldMk cId="3783136886" sldId="320"/>
        </pc:sldMkLst>
      </pc:sldChg>
      <pc:sldChg chg="del">
        <pc:chgData name="Rachaita Dutta" userId="f22006c0bb25b989" providerId="LiveId" clId="{5096F3FA-1780-400F-9307-D6218CE6B574}" dt="2025-09-02T17:12:09.026" v="207" actId="47"/>
        <pc:sldMkLst>
          <pc:docMk/>
          <pc:sldMk cId="710943388" sldId="321"/>
        </pc:sldMkLst>
      </pc:sldChg>
      <pc:sldChg chg="addSp delSp modSp new mod">
        <pc:chgData name="Rachaita Dutta" userId="f22006c0bb25b989" providerId="LiveId" clId="{5096F3FA-1780-400F-9307-D6218CE6B574}" dt="2025-09-03T10:27:24.530" v="629" actId="14100"/>
        <pc:sldMkLst>
          <pc:docMk/>
          <pc:sldMk cId="1330460107" sldId="321"/>
        </pc:sldMkLst>
      </pc:sldChg>
      <pc:sldChg chg="addSp delSp modSp new mod">
        <pc:chgData name="Rachaita Dutta" userId="f22006c0bb25b989" providerId="LiveId" clId="{5096F3FA-1780-400F-9307-D6218CE6B574}" dt="2025-09-03T10:27:56.021" v="637" actId="14100"/>
        <pc:sldMkLst>
          <pc:docMk/>
          <pc:sldMk cId="1644534217" sldId="322"/>
        </pc:sldMkLst>
      </pc:sldChg>
      <pc:sldChg chg="addSp delSp modSp new mod">
        <pc:chgData name="Rachaita Dutta" userId="f22006c0bb25b989" providerId="LiveId" clId="{5096F3FA-1780-400F-9307-D6218CE6B574}" dt="2025-09-04T10:13:34.414" v="792" actId="12"/>
        <pc:sldMkLst>
          <pc:docMk/>
          <pc:sldMk cId="2497304798" sldId="323"/>
        </pc:sldMkLst>
      </pc:sldChg>
      <pc:sldChg chg="modSp add mod">
        <pc:chgData name="Rachaita Dutta" userId="f22006c0bb25b989" providerId="LiveId" clId="{5096F3FA-1780-400F-9307-D6218CE6B574}" dt="2025-09-04T17:03:15.746" v="1377" actId="20577"/>
        <pc:sldMkLst>
          <pc:docMk/>
          <pc:sldMk cId="669990853" sldId="324"/>
        </pc:sldMkLst>
      </pc:sldChg>
      <pc:sldChg chg="addSp delSp modSp new mod">
        <pc:chgData name="Rachaita Dutta" userId="f22006c0bb25b989" providerId="LiveId" clId="{5096F3FA-1780-400F-9307-D6218CE6B574}" dt="2025-09-04T17:01:11.828" v="1366" actId="20577"/>
        <pc:sldMkLst>
          <pc:docMk/>
          <pc:sldMk cId="3573114140" sldId="325"/>
        </pc:sldMkLst>
      </pc:sldChg>
      <pc:sldChg chg="modSp add mod">
        <pc:chgData name="Rachaita Dutta" userId="f22006c0bb25b989" providerId="LiveId" clId="{5096F3FA-1780-400F-9307-D6218CE6B574}" dt="2025-09-04T17:11:45.974" v="1545" actId="1076"/>
        <pc:sldMkLst>
          <pc:docMk/>
          <pc:sldMk cId="340494408" sldId="326"/>
        </pc:sldMkLst>
      </pc:sldChg>
      <pc:sldChg chg="del">
        <pc:chgData name="Rachaita Dutta" userId="f22006c0bb25b989" providerId="LiveId" clId="{5096F3FA-1780-400F-9307-D6218CE6B574}" dt="2025-09-02T17:12:05.917" v="203" actId="47"/>
        <pc:sldMkLst>
          <pc:docMk/>
          <pc:sldMk cId="1180625356" sldId="326"/>
        </pc:sldMkLst>
      </pc:sldChg>
      <pc:sldChg chg="modSp add mod">
        <pc:chgData name="Rachaita Dutta" userId="f22006c0bb25b989" providerId="LiveId" clId="{5096F3FA-1780-400F-9307-D6218CE6B574}" dt="2025-09-05T06:08:58.978" v="1717" actId="207"/>
        <pc:sldMkLst>
          <pc:docMk/>
          <pc:sldMk cId="1030558435" sldId="327"/>
        </pc:sldMkLst>
      </pc:sldChg>
      <pc:sldChg chg="del">
        <pc:chgData name="Rachaita Dutta" userId="f22006c0bb25b989" providerId="LiveId" clId="{5096F3FA-1780-400F-9307-D6218CE6B574}" dt="2025-09-02T17:12:07.528" v="204" actId="47"/>
        <pc:sldMkLst>
          <pc:docMk/>
          <pc:sldMk cId="4279156665" sldId="327"/>
        </pc:sldMkLst>
      </pc:sldChg>
      <pc:sldChg chg="addSp delSp modSp add mod">
        <pc:chgData name="Rachaita Dutta" userId="f22006c0bb25b989" providerId="LiveId" clId="{5096F3FA-1780-400F-9307-D6218CE6B574}" dt="2025-09-05T06:25:25.144" v="1924" actId="207"/>
        <pc:sldMkLst>
          <pc:docMk/>
          <pc:sldMk cId="831985995" sldId="328"/>
        </pc:sldMkLst>
      </pc:sldChg>
      <pc:sldChg chg="del">
        <pc:chgData name="Rachaita Dutta" userId="f22006c0bb25b989" providerId="LiveId" clId="{5096F3FA-1780-400F-9307-D6218CE6B574}" dt="2025-09-02T17:12:08.310" v="205" actId="47"/>
        <pc:sldMkLst>
          <pc:docMk/>
          <pc:sldMk cId="3558364660" sldId="328"/>
        </pc:sldMkLst>
      </pc:sldChg>
      <pc:sldChg chg="del">
        <pc:chgData name="Rachaita Dutta" userId="f22006c0bb25b989" providerId="LiveId" clId="{5096F3FA-1780-400F-9307-D6218CE6B574}" dt="2025-09-02T17:12:08.611" v="206" actId="47"/>
        <pc:sldMkLst>
          <pc:docMk/>
          <pc:sldMk cId="2747084965" sldId="329"/>
        </pc:sldMkLst>
      </pc:sldChg>
      <pc:sldChg chg="addSp modSp add mod">
        <pc:chgData name="Rachaita Dutta" userId="f22006c0bb25b989" providerId="LiveId" clId="{5096F3FA-1780-400F-9307-D6218CE6B574}" dt="2025-09-05T07:21:47.044" v="2134" actId="1076"/>
        <pc:sldMkLst>
          <pc:docMk/>
          <pc:sldMk cId="4133031817" sldId="329"/>
        </pc:sldMkLst>
      </pc:sldChg>
      <pc:sldChg chg="modSp add mod">
        <pc:chgData name="Rachaita Dutta" userId="f22006c0bb25b989" providerId="LiveId" clId="{5096F3FA-1780-400F-9307-D6218CE6B574}" dt="2025-09-05T06:34:34.313" v="2075" actId="20577"/>
        <pc:sldMkLst>
          <pc:docMk/>
          <pc:sldMk cId="1163874103" sldId="330"/>
        </pc:sldMkLst>
      </pc:sldChg>
      <pc:sldChg chg="del">
        <pc:chgData name="Rachaita Dutta" userId="f22006c0bb25b989" providerId="LiveId" clId="{5096F3FA-1780-400F-9307-D6218CE6B574}" dt="2025-09-02T17:12:09.218" v="208" actId="47"/>
        <pc:sldMkLst>
          <pc:docMk/>
          <pc:sldMk cId="1899234317" sldId="330"/>
        </pc:sldMkLst>
      </pc:sldChg>
      <pc:sldChg chg="del">
        <pc:chgData name="Rachaita Dutta" userId="f22006c0bb25b989" providerId="LiveId" clId="{5096F3FA-1780-400F-9307-D6218CE6B574}" dt="2025-09-02T17:12:09.378" v="209" actId="47"/>
        <pc:sldMkLst>
          <pc:docMk/>
          <pc:sldMk cId="423037299" sldId="331"/>
        </pc:sldMkLst>
      </pc:sldChg>
      <pc:sldChg chg="delSp modSp add del mod">
        <pc:chgData name="Rachaita Dutta" userId="f22006c0bb25b989" providerId="LiveId" clId="{5096F3FA-1780-400F-9307-D6218CE6B574}" dt="2025-09-05T07:21:52.282" v="2135" actId="47"/>
        <pc:sldMkLst>
          <pc:docMk/>
          <pc:sldMk cId="1420782377" sldId="331"/>
        </pc:sldMkLst>
      </pc:sldChg>
      <pc:sldChg chg="del">
        <pc:chgData name="Rachaita Dutta" userId="f22006c0bb25b989" providerId="LiveId" clId="{5096F3FA-1780-400F-9307-D6218CE6B574}" dt="2025-09-02T17:12:09.513" v="210" actId="47"/>
        <pc:sldMkLst>
          <pc:docMk/>
          <pc:sldMk cId="553079627" sldId="332"/>
        </pc:sldMkLst>
      </pc:sldChg>
      <pc:sldChg chg="del">
        <pc:chgData name="Rachaita Dutta" userId="f22006c0bb25b989" providerId="LiveId" clId="{5096F3FA-1780-400F-9307-D6218CE6B574}" dt="2025-09-02T17:12:09.603" v="211" actId="47"/>
        <pc:sldMkLst>
          <pc:docMk/>
          <pc:sldMk cId="51637171" sldId="333"/>
        </pc:sldMkLst>
      </pc:sldChg>
      <pc:sldChg chg="del">
        <pc:chgData name="Rachaita Dutta" userId="f22006c0bb25b989" providerId="LiveId" clId="{5096F3FA-1780-400F-9307-D6218CE6B574}" dt="2025-09-02T17:12:09.728" v="212" actId="47"/>
        <pc:sldMkLst>
          <pc:docMk/>
          <pc:sldMk cId="2106418936" sldId="334"/>
        </pc:sldMkLst>
      </pc:sldChg>
      <pc:sldChg chg="del">
        <pc:chgData name="Rachaita Dutta" userId="f22006c0bb25b989" providerId="LiveId" clId="{5096F3FA-1780-400F-9307-D6218CE6B574}" dt="2025-09-02T17:12:09.865" v="213" actId="47"/>
        <pc:sldMkLst>
          <pc:docMk/>
          <pc:sldMk cId="895907780" sldId="335"/>
        </pc:sldMkLst>
      </pc:sldChg>
      <pc:sldChg chg="del">
        <pc:chgData name="Rachaita Dutta" userId="f22006c0bb25b989" providerId="LiveId" clId="{5096F3FA-1780-400F-9307-D6218CE6B574}" dt="2025-09-02T17:12:10.435" v="214" actId="47"/>
        <pc:sldMkLst>
          <pc:docMk/>
          <pc:sldMk cId="4042798996" sldId="336"/>
        </pc:sldMkLst>
      </pc:sldChg>
      <pc:sldChg chg="del">
        <pc:chgData name="Rachaita Dutta" userId="f22006c0bb25b989" providerId="LiveId" clId="{5096F3FA-1780-400F-9307-D6218CE6B574}" dt="2025-09-02T17:12:10.552" v="215" actId="47"/>
        <pc:sldMkLst>
          <pc:docMk/>
          <pc:sldMk cId="2740065160" sldId="337"/>
        </pc:sldMkLst>
      </pc:sldChg>
      <pc:sldChg chg="del">
        <pc:chgData name="Rachaita Dutta" userId="f22006c0bb25b989" providerId="LiveId" clId="{5096F3FA-1780-400F-9307-D6218CE6B574}" dt="2025-09-02T17:12:10.642" v="216" actId="47"/>
        <pc:sldMkLst>
          <pc:docMk/>
          <pc:sldMk cId="3952391792" sldId="338"/>
        </pc:sldMkLst>
      </pc:sldChg>
      <pc:sldChg chg="del">
        <pc:chgData name="Rachaita Dutta" userId="f22006c0bb25b989" providerId="LiveId" clId="{5096F3FA-1780-400F-9307-D6218CE6B574}" dt="2025-09-02T17:12:10.763" v="217" actId="47"/>
        <pc:sldMkLst>
          <pc:docMk/>
          <pc:sldMk cId="752718731" sldId="339"/>
        </pc:sldMkLst>
      </pc:sldChg>
      <pc:sldChg chg="del">
        <pc:chgData name="Rachaita Dutta" userId="f22006c0bb25b989" providerId="LiveId" clId="{5096F3FA-1780-400F-9307-D6218CE6B574}" dt="2025-09-02T17:12:11.307" v="218" actId="47"/>
        <pc:sldMkLst>
          <pc:docMk/>
          <pc:sldMk cId="2139116331" sldId="340"/>
        </pc:sldMkLst>
      </pc:sldChg>
      <pc:sldChg chg="del">
        <pc:chgData name="Rachaita Dutta" userId="f22006c0bb25b989" providerId="LiveId" clId="{5096F3FA-1780-400F-9307-D6218CE6B574}" dt="2025-09-02T17:12:11.447" v="219" actId="47"/>
        <pc:sldMkLst>
          <pc:docMk/>
          <pc:sldMk cId="66020857" sldId="341"/>
        </pc:sldMkLst>
      </pc:sldChg>
      <pc:sldChg chg="del">
        <pc:chgData name="Rachaita Dutta" userId="f22006c0bb25b989" providerId="LiveId" clId="{5096F3FA-1780-400F-9307-D6218CE6B574}" dt="2025-09-02T17:12:11.581" v="220" actId="47"/>
        <pc:sldMkLst>
          <pc:docMk/>
          <pc:sldMk cId="1276066728" sldId="342"/>
        </pc:sldMkLst>
      </pc:sldChg>
      <pc:sldChg chg="del">
        <pc:chgData name="Rachaita Dutta" userId="f22006c0bb25b989" providerId="LiveId" clId="{5096F3FA-1780-400F-9307-D6218CE6B574}" dt="2025-09-02T17:12:11.667" v="221" actId="47"/>
        <pc:sldMkLst>
          <pc:docMk/>
          <pc:sldMk cId="2604850631" sldId="343"/>
        </pc:sldMkLst>
      </pc:sldChg>
      <pc:sldChg chg="del">
        <pc:chgData name="Rachaita Dutta" userId="f22006c0bb25b989" providerId="LiveId" clId="{5096F3FA-1780-400F-9307-D6218CE6B574}" dt="2025-09-02T17:12:11.793" v="222" actId="47"/>
        <pc:sldMkLst>
          <pc:docMk/>
          <pc:sldMk cId="4266880481" sldId="344"/>
        </pc:sldMkLst>
      </pc:sldChg>
      <pc:sldChg chg="del">
        <pc:chgData name="Rachaita Dutta" userId="f22006c0bb25b989" providerId="LiveId" clId="{5096F3FA-1780-400F-9307-D6218CE6B574}" dt="2025-09-02T17:12:12.273" v="223" actId="47"/>
        <pc:sldMkLst>
          <pc:docMk/>
          <pc:sldMk cId="1243061524" sldId="345"/>
        </pc:sldMkLst>
      </pc:sldChg>
      <pc:sldChg chg="del">
        <pc:chgData name="Rachaita Dutta" userId="f22006c0bb25b989" providerId="LiveId" clId="{5096F3FA-1780-400F-9307-D6218CE6B574}" dt="2025-09-02T17:12:12.398" v="224" actId="47"/>
        <pc:sldMkLst>
          <pc:docMk/>
          <pc:sldMk cId="3533758584" sldId="346"/>
        </pc:sldMkLst>
      </pc:sldChg>
      <pc:sldChg chg="del">
        <pc:chgData name="Rachaita Dutta" userId="f22006c0bb25b989" providerId="LiveId" clId="{5096F3FA-1780-400F-9307-D6218CE6B574}" dt="2025-09-02T17:12:12.636" v="225" actId="47"/>
        <pc:sldMkLst>
          <pc:docMk/>
          <pc:sldMk cId="240184579" sldId="347"/>
        </pc:sldMkLst>
      </pc:sldChg>
      <pc:sldChg chg="del">
        <pc:chgData name="Rachaita Dutta" userId="f22006c0bb25b989" providerId="LiveId" clId="{5096F3FA-1780-400F-9307-D6218CE6B574}" dt="2025-09-02T17:12:12.747" v="226" actId="47"/>
        <pc:sldMkLst>
          <pc:docMk/>
          <pc:sldMk cId="4283436009" sldId="348"/>
        </pc:sldMkLst>
      </pc:sldChg>
      <pc:sldChg chg="del">
        <pc:chgData name="Rachaita Dutta" userId="f22006c0bb25b989" providerId="LiveId" clId="{5096F3FA-1780-400F-9307-D6218CE6B574}" dt="2025-09-02T17:12:12.843" v="227" actId="47"/>
        <pc:sldMkLst>
          <pc:docMk/>
          <pc:sldMk cId="3451658131" sldId="349"/>
        </pc:sldMkLst>
      </pc:sldChg>
      <pc:sldChg chg="del">
        <pc:chgData name="Rachaita Dutta" userId="f22006c0bb25b989" providerId="LiveId" clId="{5096F3FA-1780-400F-9307-D6218CE6B574}" dt="2025-09-02T17:12:12.983" v="228" actId="47"/>
        <pc:sldMkLst>
          <pc:docMk/>
          <pc:sldMk cId="3859169803" sldId="350"/>
        </pc:sldMkLst>
      </pc:sldChg>
      <pc:sldChg chg="del">
        <pc:chgData name="Rachaita Dutta" userId="f22006c0bb25b989" providerId="LiveId" clId="{5096F3FA-1780-400F-9307-D6218CE6B574}" dt="2025-09-02T17:12:13.127" v="229" actId="47"/>
        <pc:sldMkLst>
          <pc:docMk/>
          <pc:sldMk cId="1839402328" sldId="351"/>
        </pc:sldMkLst>
      </pc:sldChg>
      <pc:sldChg chg="del">
        <pc:chgData name="Rachaita Dutta" userId="f22006c0bb25b989" providerId="LiveId" clId="{5096F3FA-1780-400F-9307-D6218CE6B574}" dt="2025-09-02T17:12:13.597" v="230" actId="47"/>
        <pc:sldMkLst>
          <pc:docMk/>
          <pc:sldMk cId="930711633" sldId="352"/>
        </pc:sldMkLst>
      </pc:sldChg>
      <pc:sldChg chg="del">
        <pc:chgData name="Rachaita Dutta" userId="f22006c0bb25b989" providerId="LiveId" clId="{5096F3FA-1780-400F-9307-D6218CE6B574}" dt="2025-09-02T17:12:13.758" v="231" actId="47"/>
        <pc:sldMkLst>
          <pc:docMk/>
          <pc:sldMk cId="3424777493" sldId="353"/>
        </pc:sldMkLst>
      </pc:sldChg>
      <pc:sldChg chg="del">
        <pc:chgData name="Rachaita Dutta" userId="f22006c0bb25b989" providerId="LiveId" clId="{5096F3FA-1780-400F-9307-D6218CE6B574}" dt="2025-09-02T17:12:13.841" v="232" actId="47"/>
        <pc:sldMkLst>
          <pc:docMk/>
          <pc:sldMk cId="431625271" sldId="354"/>
        </pc:sldMkLst>
      </pc:sldChg>
      <pc:sldChg chg="del">
        <pc:chgData name="Rachaita Dutta" userId="f22006c0bb25b989" providerId="LiveId" clId="{5096F3FA-1780-400F-9307-D6218CE6B574}" dt="2025-09-02T17:12:13.977" v="233" actId="47"/>
        <pc:sldMkLst>
          <pc:docMk/>
          <pc:sldMk cId="2145720408" sldId="355"/>
        </pc:sldMkLst>
      </pc:sldChg>
      <pc:sldChg chg="del">
        <pc:chgData name="Rachaita Dutta" userId="f22006c0bb25b989" providerId="LiveId" clId="{5096F3FA-1780-400F-9307-D6218CE6B574}" dt="2025-09-02T17:12:14.734" v="236" actId="47"/>
        <pc:sldMkLst>
          <pc:docMk/>
          <pc:sldMk cId="1958625577" sldId="356"/>
        </pc:sldMkLst>
      </pc:sldChg>
      <pc:sldChg chg="del">
        <pc:chgData name="Rachaita Dutta" userId="f22006c0bb25b989" providerId="LiveId" clId="{5096F3FA-1780-400F-9307-D6218CE6B574}" dt="2025-09-02T17:12:14.493" v="234" actId="47"/>
        <pc:sldMkLst>
          <pc:docMk/>
          <pc:sldMk cId="1562970067" sldId="357"/>
        </pc:sldMkLst>
      </pc:sldChg>
      <pc:sldChg chg="del">
        <pc:chgData name="Rachaita Dutta" userId="f22006c0bb25b989" providerId="LiveId" clId="{5096F3FA-1780-400F-9307-D6218CE6B574}" dt="2025-09-02T17:12:14.625" v="235" actId="47"/>
        <pc:sldMkLst>
          <pc:docMk/>
          <pc:sldMk cId="419046679" sldId="358"/>
        </pc:sldMkLst>
      </pc:sldChg>
      <pc:sldChg chg="del">
        <pc:chgData name="Rachaita Dutta" userId="f22006c0bb25b989" providerId="LiveId" clId="{5096F3FA-1780-400F-9307-D6218CE6B574}" dt="2025-09-02T17:12:14.907" v="237" actId="47"/>
        <pc:sldMkLst>
          <pc:docMk/>
          <pc:sldMk cId="4267959002" sldId="359"/>
        </pc:sldMkLst>
      </pc:sldChg>
      <pc:sldChg chg="del">
        <pc:chgData name="Rachaita Dutta" userId="f22006c0bb25b989" providerId="LiveId" clId="{5096F3FA-1780-400F-9307-D6218CE6B574}" dt="2025-09-02T17:12:14.938" v="238" actId="47"/>
        <pc:sldMkLst>
          <pc:docMk/>
          <pc:sldMk cId="1666454936" sldId="360"/>
        </pc:sldMkLst>
      </pc:sldChg>
      <pc:sldChg chg="del">
        <pc:chgData name="Rachaita Dutta" userId="f22006c0bb25b989" providerId="LiveId" clId="{5096F3FA-1780-400F-9307-D6218CE6B574}" dt="2025-09-02T17:12:15.039" v="239" actId="47"/>
        <pc:sldMkLst>
          <pc:docMk/>
          <pc:sldMk cId="1959932112" sldId="361"/>
        </pc:sldMkLst>
      </pc:sldChg>
      <pc:sldChg chg="del">
        <pc:chgData name="Rachaita Dutta" userId="f22006c0bb25b989" providerId="LiveId" clId="{5096F3FA-1780-400F-9307-D6218CE6B574}" dt="2025-09-02T17:12:15.190" v="240" actId="47"/>
        <pc:sldMkLst>
          <pc:docMk/>
          <pc:sldMk cId="2638159120" sldId="362"/>
        </pc:sldMkLst>
      </pc:sldChg>
      <pc:sldChg chg="del">
        <pc:chgData name="Rachaita Dutta" userId="f22006c0bb25b989" providerId="LiveId" clId="{5096F3FA-1780-400F-9307-D6218CE6B574}" dt="2025-09-02T17:12:16.581" v="241" actId="47"/>
        <pc:sldMkLst>
          <pc:docMk/>
          <pc:sldMk cId="851274884" sldId="363"/>
        </pc:sldMkLst>
      </pc:sldChg>
    </pc:docChg>
  </pc:docChgLst>
  <pc:docChgLst>
    <pc:chgData name="Rachaita Dutta" userId="f22006c0bb25b989" providerId="LiveId" clId="{BD8D798F-085B-4A0F-AD29-2F97537857FF}"/>
    <pc:docChg chg="undo custSel addSld delSld modSld">
      <pc:chgData name="Rachaita Dutta" userId="f22006c0bb25b989" providerId="LiveId" clId="{BD8D798F-085B-4A0F-AD29-2F97537857FF}" dt="2025-09-01T17:57:17.884" v="8339" actId="20577"/>
      <pc:docMkLst>
        <pc:docMk/>
      </pc:docMkLst>
      <pc:sldChg chg="del">
        <pc:chgData name="Rachaita Dutta" userId="f22006c0bb25b989" providerId="LiveId" clId="{BD8D798F-085B-4A0F-AD29-2F97537857FF}" dt="2025-08-22T04:31:08.779" v="39" actId="47"/>
        <pc:sldMkLst>
          <pc:docMk/>
          <pc:sldMk cId="586478555" sldId="307"/>
        </pc:sldMkLst>
      </pc:sldChg>
      <pc:sldChg chg="addSp delSp modSp mod">
        <pc:chgData name="Rachaita Dutta" userId="f22006c0bb25b989" providerId="LiveId" clId="{BD8D798F-085B-4A0F-AD29-2F97537857FF}" dt="2025-08-22T05:07:15.991" v="306" actId="478"/>
        <pc:sldMkLst>
          <pc:docMk/>
          <pc:sldMk cId="2222324472" sldId="308"/>
        </pc:sldMkLst>
      </pc:sldChg>
      <pc:sldChg chg="del">
        <pc:chgData name="Rachaita Dutta" userId="f22006c0bb25b989" providerId="LiveId" clId="{BD8D798F-085B-4A0F-AD29-2F97537857FF}" dt="2025-08-22T05:07:27.868" v="308" actId="47"/>
        <pc:sldMkLst>
          <pc:docMk/>
          <pc:sldMk cId="1966913227" sldId="309"/>
        </pc:sldMkLst>
      </pc:sldChg>
      <pc:sldChg chg="del">
        <pc:chgData name="Rachaita Dutta" userId="f22006c0bb25b989" providerId="LiveId" clId="{BD8D798F-085B-4A0F-AD29-2F97537857FF}" dt="2025-08-22T15:45:18.412" v="508" actId="47"/>
        <pc:sldMkLst>
          <pc:docMk/>
          <pc:sldMk cId="3064996118" sldId="315"/>
        </pc:sldMkLst>
      </pc:sldChg>
      <pc:sldChg chg="del">
        <pc:chgData name="Rachaita Dutta" userId="f22006c0bb25b989" providerId="LiveId" clId="{BD8D798F-085B-4A0F-AD29-2F97537857FF}" dt="2025-08-22T17:54:35.919" v="1639" actId="47"/>
        <pc:sldMkLst>
          <pc:docMk/>
          <pc:sldMk cId="537809529" sldId="316"/>
        </pc:sldMkLst>
      </pc:sldChg>
      <pc:sldChg chg="modSp mod">
        <pc:chgData name="Rachaita Dutta" userId="f22006c0bb25b989" providerId="LiveId" clId="{BD8D798F-085B-4A0F-AD29-2F97537857FF}" dt="2025-08-22T04:30:58.148" v="38" actId="403"/>
        <pc:sldMkLst>
          <pc:docMk/>
          <pc:sldMk cId="1338167130" sldId="317"/>
        </pc:sldMkLst>
      </pc:sldChg>
      <pc:sldChg chg="delSp del mod">
        <pc:chgData name="Rachaita Dutta" userId="f22006c0bb25b989" providerId="LiveId" clId="{BD8D798F-085B-4A0F-AD29-2F97537857FF}" dt="2025-08-22T15:44:56.399" v="504" actId="47"/>
        <pc:sldMkLst>
          <pc:docMk/>
          <pc:sldMk cId="882450772" sldId="318"/>
        </pc:sldMkLst>
      </pc:sldChg>
      <pc:sldChg chg="del">
        <pc:chgData name="Rachaita Dutta" userId="f22006c0bb25b989" providerId="LiveId" clId="{BD8D798F-085B-4A0F-AD29-2F97537857FF}" dt="2025-08-22T15:44:59.545" v="505" actId="47"/>
        <pc:sldMkLst>
          <pc:docMk/>
          <pc:sldMk cId="1207166195" sldId="320"/>
        </pc:sldMkLst>
      </pc:sldChg>
      <pc:sldChg chg="addSp delSp modSp mod modAnim">
        <pc:chgData name="Rachaita Dutta" userId="f22006c0bb25b989" providerId="LiveId" clId="{BD8D798F-085B-4A0F-AD29-2F97537857FF}" dt="2025-08-27T15:33:57.939" v="6009" actId="1037"/>
        <pc:sldMkLst>
          <pc:docMk/>
          <pc:sldMk cId="710943388" sldId="321"/>
        </pc:sldMkLst>
      </pc:sldChg>
      <pc:sldChg chg="del">
        <pc:chgData name="Rachaita Dutta" userId="f22006c0bb25b989" providerId="LiveId" clId="{BD8D798F-085B-4A0F-AD29-2F97537857FF}" dt="2025-08-22T17:54:34.221" v="1638" actId="47"/>
        <pc:sldMkLst>
          <pc:docMk/>
          <pc:sldMk cId="3068126258" sldId="322"/>
        </pc:sldMkLst>
      </pc:sldChg>
      <pc:sldChg chg="del">
        <pc:chgData name="Rachaita Dutta" userId="f22006c0bb25b989" providerId="LiveId" clId="{BD8D798F-085B-4A0F-AD29-2F97537857FF}" dt="2025-08-22T17:54:37.775" v="1640" actId="47"/>
        <pc:sldMkLst>
          <pc:docMk/>
          <pc:sldMk cId="1906506350" sldId="323"/>
        </pc:sldMkLst>
      </pc:sldChg>
      <pc:sldChg chg="del">
        <pc:chgData name="Rachaita Dutta" userId="f22006c0bb25b989" providerId="LiveId" clId="{BD8D798F-085B-4A0F-AD29-2F97537857FF}" dt="2025-08-22T15:45:23.227" v="509" actId="47"/>
        <pc:sldMkLst>
          <pc:docMk/>
          <pc:sldMk cId="1974327970" sldId="324"/>
        </pc:sldMkLst>
      </pc:sldChg>
      <pc:sldChg chg="del">
        <pc:chgData name="Rachaita Dutta" userId="f22006c0bb25b989" providerId="LiveId" clId="{BD8D798F-085B-4A0F-AD29-2F97537857FF}" dt="2025-08-22T15:45:14.443" v="507" actId="47"/>
        <pc:sldMkLst>
          <pc:docMk/>
          <pc:sldMk cId="2683570500" sldId="325"/>
        </pc:sldMkLst>
      </pc:sldChg>
      <pc:sldChg chg="delSp modSp add mod">
        <pc:chgData name="Rachaita Dutta" userId="f22006c0bb25b989" providerId="LiveId" clId="{BD8D798F-085B-4A0F-AD29-2F97537857FF}" dt="2025-08-22T15:44:32.970" v="503" actId="1076"/>
        <pc:sldMkLst>
          <pc:docMk/>
          <pc:sldMk cId="1180625356" sldId="326"/>
        </pc:sldMkLst>
      </pc:sldChg>
      <pc:sldChg chg="addSp modSp add mod">
        <pc:chgData name="Rachaita Dutta" userId="f22006c0bb25b989" providerId="LiveId" clId="{BD8D798F-085B-4A0F-AD29-2F97537857FF}" dt="2025-08-23T03:47:39.465" v="1651" actId="12"/>
        <pc:sldMkLst>
          <pc:docMk/>
          <pc:sldMk cId="4279156665" sldId="327"/>
        </pc:sldMkLst>
      </pc:sldChg>
      <pc:sldChg chg="addSp delSp modSp add mod modTransition modAnim">
        <pc:chgData name="Rachaita Dutta" userId="f22006c0bb25b989" providerId="LiveId" clId="{BD8D798F-085B-4A0F-AD29-2F97537857FF}" dt="2025-08-22T17:40:10.832" v="1249"/>
        <pc:sldMkLst>
          <pc:docMk/>
          <pc:sldMk cId="3558364660" sldId="328"/>
        </pc:sldMkLst>
      </pc:sldChg>
      <pc:sldChg chg="modSp add mod modAnim">
        <pc:chgData name="Rachaita Dutta" userId="f22006c0bb25b989" providerId="LiveId" clId="{BD8D798F-085B-4A0F-AD29-2F97537857FF}" dt="2025-08-27T15:17:54.110" v="5998" actId="20577"/>
        <pc:sldMkLst>
          <pc:docMk/>
          <pc:sldMk cId="2747084965" sldId="329"/>
        </pc:sldMkLst>
      </pc:sldChg>
      <pc:sldChg chg="add del">
        <pc:chgData name="Rachaita Dutta" userId="f22006c0bb25b989" providerId="LiveId" clId="{BD8D798F-085B-4A0F-AD29-2F97537857FF}" dt="2025-08-23T03:48:15.813" v="1653" actId="47"/>
        <pc:sldMkLst>
          <pc:docMk/>
          <pc:sldMk cId="1817396426" sldId="330"/>
        </pc:sldMkLst>
      </pc:sldChg>
      <pc:sldChg chg="modSp add mod addAnim delAnim modAnim">
        <pc:chgData name="Rachaita Dutta" userId="f22006c0bb25b989" providerId="LiveId" clId="{BD8D798F-085B-4A0F-AD29-2F97537857FF}" dt="2025-08-25T09:41:20.567" v="3316"/>
        <pc:sldMkLst>
          <pc:docMk/>
          <pc:sldMk cId="1899234317" sldId="330"/>
        </pc:sldMkLst>
      </pc:sldChg>
      <pc:sldChg chg="addSp modSp add mod modAnim">
        <pc:chgData name="Rachaita Dutta" userId="f22006c0bb25b989" providerId="LiveId" clId="{BD8D798F-085B-4A0F-AD29-2F97537857FF}" dt="2025-08-25T09:41:56.464" v="3317"/>
        <pc:sldMkLst>
          <pc:docMk/>
          <pc:sldMk cId="423037299" sldId="331"/>
        </pc:sldMkLst>
      </pc:sldChg>
      <pc:sldChg chg="addSp delSp modSp add mod modAnim">
        <pc:chgData name="Rachaita Dutta" userId="f22006c0bb25b989" providerId="LiveId" clId="{BD8D798F-085B-4A0F-AD29-2F97537857FF}" dt="2025-08-25T16:58:29.008" v="3802" actId="404"/>
        <pc:sldMkLst>
          <pc:docMk/>
          <pc:sldMk cId="553079627" sldId="332"/>
        </pc:sldMkLst>
      </pc:sldChg>
      <pc:sldChg chg="delSp modSp add mod delAnim modAnim">
        <pc:chgData name="Rachaita Dutta" userId="f22006c0bb25b989" providerId="LiveId" clId="{BD8D798F-085B-4A0F-AD29-2F97537857FF}" dt="2025-08-27T16:33:42.697" v="6010" actId="20577"/>
        <pc:sldMkLst>
          <pc:docMk/>
          <pc:sldMk cId="51637171" sldId="333"/>
        </pc:sldMkLst>
      </pc:sldChg>
      <pc:sldChg chg="addSp delSp modSp new mod">
        <pc:chgData name="Rachaita Dutta" userId="f22006c0bb25b989" providerId="LiveId" clId="{BD8D798F-085B-4A0F-AD29-2F97537857FF}" dt="2025-08-26T09:06:22.670" v="4156" actId="1076"/>
        <pc:sldMkLst>
          <pc:docMk/>
          <pc:sldMk cId="2106418936" sldId="334"/>
        </pc:sldMkLst>
      </pc:sldChg>
      <pc:sldChg chg="add del">
        <pc:chgData name="Rachaita Dutta" userId="f22006c0bb25b989" providerId="LiveId" clId="{BD8D798F-085B-4A0F-AD29-2F97537857FF}" dt="2025-08-25T10:01:19.876" v="3545" actId="47"/>
        <pc:sldMkLst>
          <pc:docMk/>
          <pc:sldMk cId="4034014197" sldId="334"/>
        </pc:sldMkLst>
      </pc:sldChg>
      <pc:sldChg chg="modSp add mod">
        <pc:chgData name="Rachaita Dutta" userId="f22006c0bb25b989" providerId="LiveId" clId="{BD8D798F-085B-4A0F-AD29-2F97537857FF}" dt="2025-08-25T17:46:09.425" v="3904" actId="20577"/>
        <pc:sldMkLst>
          <pc:docMk/>
          <pc:sldMk cId="895907780" sldId="335"/>
        </pc:sldMkLst>
      </pc:sldChg>
      <pc:sldChg chg="addSp modSp add mod modAnim">
        <pc:chgData name="Rachaita Dutta" userId="f22006c0bb25b989" providerId="LiveId" clId="{BD8D798F-085B-4A0F-AD29-2F97537857FF}" dt="2025-08-26T16:45:17.764" v="5516"/>
        <pc:sldMkLst>
          <pc:docMk/>
          <pc:sldMk cId="4042798996" sldId="336"/>
        </pc:sldMkLst>
      </pc:sldChg>
      <pc:sldChg chg="addSp delSp modSp new mod modAnim">
        <pc:chgData name="Rachaita Dutta" userId="f22006c0bb25b989" providerId="LiveId" clId="{BD8D798F-085B-4A0F-AD29-2F97537857FF}" dt="2025-08-26T09:20:39.754" v="4282" actId="404"/>
        <pc:sldMkLst>
          <pc:docMk/>
          <pc:sldMk cId="2740065160" sldId="337"/>
        </pc:sldMkLst>
      </pc:sldChg>
      <pc:sldChg chg="modSp add mod modAnim">
        <pc:chgData name="Rachaita Dutta" userId="f22006c0bb25b989" providerId="LiveId" clId="{BD8D798F-085B-4A0F-AD29-2F97537857FF}" dt="2025-08-26T14:28:19.438" v="4547"/>
        <pc:sldMkLst>
          <pc:docMk/>
          <pc:sldMk cId="3952391792" sldId="338"/>
        </pc:sldMkLst>
      </pc:sldChg>
      <pc:sldChg chg="modSp add mod modAnim">
        <pc:chgData name="Rachaita Dutta" userId="f22006c0bb25b989" providerId="LiveId" clId="{BD8D798F-085B-4A0F-AD29-2F97537857FF}" dt="2025-08-26T14:38:22.252" v="4582" actId="20577"/>
        <pc:sldMkLst>
          <pc:docMk/>
          <pc:sldMk cId="752718731" sldId="339"/>
        </pc:sldMkLst>
      </pc:sldChg>
      <pc:sldChg chg="modSp add mod modAnim">
        <pc:chgData name="Rachaita Dutta" userId="f22006c0bb25b989" providerId="LiveId" clId="{BD8D798F-085B-4A0F-AD29-2F97537857FF}" dt="2025-08-26T16:37:52.544" v="5488" actId="20577"/>
        <pc:sldMkLst>
          <pc:docMk/>
          <pc:sldMk cId="2139116331" sldId="340"/>
        </pc:sldMkLst>
      </pc:sldChg>
      <pc:sldChg chg="modSp add mod modAnim">
        <pc:chgData name="Rachaita Dutta" userId="f22006c0bb25b989" providerId="LiveId" clId="{BD8D798F-085B-4A0F-AD29-2F97537857FF}" dt="2025-09-01T15:42:34.192" v="8316" actId="20577"/>
        <pc:sldMkLst>
          <pc:docMk/>
          <pc:sldMk cId="66020857" sldId="341"/>
        </pc:sldMkLst>
      </pc:sldChg>
      <pc:sldChg chg="modSp add modAnim">
        <pc:chgData name="Rachaita Dutta" userId="f22006c0bb25b989" providerId="LiveId" clId="{BD8D798F-085B-4A0F-AD29-2F97537857FF}" dt="2025-08-27T09:22:04.944" v="5670"/>
        <pc:sldMkLst>
          <pc:docMk/>
          <pc:sldMk cId="1276066728" sldId="342"/>
        </pc:sldMkLst>
      </pc:sldChg>
      <pc:sldChg chg="addSp modSp add mod modAnim">
        <pc:chgData name="Rachaita Dutta" userId="f22006c0bb25b989" providerId="LiveId" clId="{BD8D798F-085B-4A0F-AD29-2F97537857FF}" dt="2025-08-27T09:25:39.750" v="5783" actId="1038"/>
        <pc:sldMkLst>
          <pc:docMk/>
          <pc:sldMk cId="2604850631" sldId="343"/>
        </pc:sldMkLst>
      </pc:sldChg>
      <pc:sldChg chg="addSp delSp modSp add mod">
        <pc:chgData name="Rachaita Dutta" userId="f22006c0bb25b989" providerId="LiveId" clId="{BD8D798F-085B-4A0F-AD29-2F97537857FF}" dt="2025-08-27T09:29:42.226" v="5794" actId="1076"/>
        <pc:sldMkLst>
          <pc:docMk/>
          <pc:sldMk cId="4266880481" sldId="344"/>
        </pc:sldMkLst>
      </pc:sldChg>
      <pc:sldChg chg="delSp modSp add mod modAnim">
        <pc:chgData name="Rachaita Dutta" userId="f22006c0bb25b989" providerId="LiveId" clId="{BD8D798F-085B-4A0F-AD29-2F97537857FF}" dt="2025-08-27T13:23:23.202" v="5974"/>
        <pc:sldMkLst>
          <pc:docMk/>
          <pc:sldMk cId="1243061524" sldId="345"/>
        </pc:sldMkLst>
      </pc:sldChg>
      <pc:sldChg chg="addSp delSp modSp add mod modAnim">
        <pc:chgData name="Rachaita Dutta" userId="f22006c0bb25b989" providerId="LiveId" clId="{BD8D798F-085B-4A0F-AD29-2F97537857FF}" dt="2025-08-27T13:24:22.854" v="5978"/>
        <pc:sldMkLst>
          <pc:docMk/>
          <pc:sldMk cId="3533758584" sldId="346"/>
        </pc:sldMkLst>
      </pc:sldChg>
      <pc:sldChg chg="delSp modSp add mod modAnim">
        <pc:chgData name="Rachaita Dutta" userId="f22006c0bb25b989" providerId="LiveId" clId="{BD8D798F-085B-4A0F-AD29-2F97537857FF}" dt="2025-08-30T09:20:38.248" v="6807" actId="404"/>
        <pc:sldMkLst>
          <pc:docMk/>
          <pc:sldMk cId="240184579" sldId="347"/>
        </pc:sldMkLst>
      </pc:sldChg>
      <pc:sldChg chg="addSp modSp add mod">
        <pc:chgData name="Rachaita Dutta" userId="f22006c0bb25b989" providerId="LiveId" clId="{BD8D798F-085B-4A0F-AD29-2F97537857FF}" dt="2025-08-27T17:03:39.974" v="6130" actId="1076"/>
        <pc:sldMkLst>
          <pc:docMk/>
          <pc:sldMk cId="4283436009" sldId="348"/>
        </pc:sldMkLst>
      </pc:sldChg>
      <pc:sldChg chg="addSp delSp modSp add mod">
        <pc:chgData name="Rachaita Dutta" userId="f22006c0bb25b989" providerId="LiveId" clId="{BD8D798F-085B-4A0F-AD29-2F97537857FF}" dt="2025-08-30T05:20:39.311" v="6520" actId="404"/>
        <pc:sldMkLst>
          <pc:docMk/>
          <pc:sldMk cId="3451658131" sldId="349"/>
        </pc:sldMkLst>
      </pc:sldChg>
      <pc:sldChg chg="addSp delSp modSp new mod">
        <pc:chgData name="Rachaita Dutta" userId="f22006c0bb25b989" providerId="LiveId" clId="{BD8D798F-085B-4A0F-AD29-2F97537857FF}" dt="2025-08-30T05:22:55.591" v="6547" actId="14100"/>
        <pc:sldMkLst>
          <pc:docMk/>
          <pc:sldMk cId="3859169803" sldId="350"/>
        </pc:sldMkLst>
      </pc:sldChg>
      <pc:sldChg chg="modSp add mod">
        <pc:chgData name="Rachaita Dutta" userId="f22006c0bb25b989" providerId="LiveId" clId="{BD8D798F-085B-4A0F-AD29-2F97537857FF}" dt="2025-08-30T09:21:16.451" v="6808" actId="207"/>
        <pc:sldMkLst>
          <pc:docMk/>
          <pc:sldMk cId="1839402328" sldId="351"/>
        </pc:sldMkLst>
      </pc:sldChg>
      <pc:sldChg chg="modSp add mod modAnim">
        <pc:chgData name="Rachaita Dutta" userId="f22006c0bb25b989" providerId="LiveId" clId="{BD8D798F-085B-4A0F-AD29-2F97537857FF}" dt="2025-08-30T09:29:46.258" v="6879" actId="20577"/>
        <pc:sldMkLst>
          <pc:docMk/>
          <pc:sldMk cId="930711633" sldId="352"/>
        </pc:sldMkLst>
      </pc:sldChg>
      <pc:sldChg chg="modSp add mod">
        <pc:chgData name="Rachaita Dutta" userId="f22006c0bb25b989" providerId="LiveId" clId="{BD8D798F-085B-4A0F-AD29-2F97537857FF}" dt="2025-08-30T09:30:00.017" v="6884" actId="404"/>
        <pc:sldMkLst>
          <pc:docMk/>
          <pc:sldMk cId="3424777493" sldId="353"/>
        </pc:sldMkLst>
      </pc:sldChg>
      <pc:sldChg chg="modSp add mod modAnim">
        <pc:chgData name="Rachaita Dutta" userId="f22006c0bb25b989" providerId="LiveId" clId="{BD8D798F-085B-4A0F-AD29-2F97537857FF}" dt="2025-08-31T10:51:51.207" v="7396" actId="207"/>
        <pc:sldMkLst>
          <pc:docMk/>
          <pc:sldMk cId="431625271" sldId="354"/>
        </pc:sldMkLst>
      </pc:sldChg>
      <pc:sldChg chg="addSp delSp modSp new mod modAnim">
        <pc:chgData name="Rachaita Dutta" userId="f22006c0bb25b989" providerId="LiveId" clId="{BD8D798F-085B-4A0F-AD29-2F97537857FF}" dt="2025-09-01T17:19:10.594" v="8317"/>
        <pc:sldMkLst>
          <pc:docMk/>
          <pc:sldMk cId="2145720408" sldId="355"/>
        </pc:sldMkLst>
      </pc:sldChg>
      <pc:sldChg chg="addSp delSp modSp new mod">
        <pc:chgData name="Rachaita Dutta" userId="f22006c0bb25b989" providerId="LiveId" clId="{BD8D798F-085B-4A0F-AD29-2F97537857FF}" dt="2025-08-31T14:51:54.150" v="7749" actId="1076"/>
        <pc:sldMkLst>
          <pc:docMk/>
          <pc:sldMk cId="1958625577" sldId="356"/>
        </pc:sldMkLst>
      </pc:sldChg>
      <pc:sldChg chg="modSp add mod">
        <pc:chgData name="Rachaita Dutta" userId="f22006c0bb25b989" providerId="LiveId" clId="{BD8D798F-085B-4A0F-AD29-2F97537857FF}" dt="2025-08-31T10:58:25.658" v="7568" actId="20577"/>
        <pc:sldMkLst>
          <pc:docMk/>
          <pc:sldMk cId="1562970067" sldId="357"/>
        </pc:sldMkLst>
      </pc:sldChg>
      <pc:sldChg chg="modSp add mod modAnim">
        <pc:chgData name="Rachaita Dutta" userId="f22006c0bb25b989" providerId="LiveId" clId="{BD8D798F-085B-4A0F-AD29-2F97537857FF}" dt="2025-08-31T14:51:28.285" v="7748" actId="20577"/>
        <pc:sldMkLst>
          <pc:docMk/>
          <pc:sldMk cId="419046679" sldId="358"/>
        </pc:sldMkLst>
      </pc:sldChg>
      <pc:sldChg chg="modSp add mod">
        <pc:chgData name="Rachaita Dutta" userId="f22006c0bb25b989" providerId="LiveId" clId="{BD8D798F-085B-4A0F-AD29-2F97537857FF}" dt="2025-08-31T15:21:15.474" v="7848" actId="207"/>
        <pc:sldMkLst>
          <pc:docMk/>
          <pc:sldMk cId="4267959002" sldId="359"/>
        </pc:sldMkLst>
      </pc:sldChg>
      <pc:sldChg chg="modSp add mod">
        <pc:chgData name="Rachaita Dutta" userId="f22006c0bb25b989" providerId="LiveId" clId="{BD8D798F-085B-4A0F-AD29-2F97537857FF}" dt="2025-08-31T17:39:07.545" v="7922" actId="20577"/>
        <pc:sldMkLst>
          <pc:docMk/>
          <pc:sldMk cId="1666454936" sldId="360"/>
        </pc:sldMkLst>
      </pc:sldChg>
      <pc:sldChg chg="addSp delSp modSp new mod">
        <pc:chgData name="Rachaita Dutta" userId="f22006c0bb25b989" providerId="LiveId" clId="{BD8D798F-085B-4A0F-AD29-2F97537857FF}" dt="2025-09-01T17:57:17.884" v="8339" actId="20577"/>
        <pc:sldMkLst>
          <pc:docMk/>
          <pc:sldMk cId="1959932112" sldId="361"/>
        </pc:sldMkLst>
      </pc:sldChg>
      <pc:sldChg chg="modSp add mod">
        <pc:chgData name="Rachaita Dutta" userId="f22006c0bb25b989" providerId="LiveId" clId="{BD8D798F-085B-4A0F-AD29-2F97537857FF}" dt="2025-09-01T04:17:57.782" v="8251" actId="404"/>
        <pc:sldMkLst>
          <pc:docMk/>
          <pc:sldMk cId="2638159120" sldId="362"/>
        </pc:sldMkLst>
      </pc:sldChg>
      <pc:sldChg chg="addSp delSp modSp new mod">
        <pc:chgData name="Rachaita Dutta" userId="f22006c0bb25b989" providerId="LiveId" clId="{BD8D798F-085B-4A0F-AD29-2F97537857FF}" dt="2025-09-01T15:39:56.364" v="8304" actId="207"/>
        <pc:sldMkLst>
          <pc:docMk/>
          <pc:sldMk cId="851274884" sldId="363"/>
        </pc:sldMkLst>
      </pc:sldChg>
    </pc:docChg>
  </pc:docChgLst>
  <pc:docChgLst>
    <pc:chgData name="Rachaita Dutta" userId="f22006c0bb25b989" providerId="LiveId" clId="{FB0DC630-F55C-4724-9BD2-0C4F2FC875F3}"/>
    <pc:docChg chg="undo custSel addSld delSld modSld">
      <pc:chgData name="Rachaita Dutta" userId="f22006c0bb25b989" providerId="LiveId" clId="{FB0DC630-F55C-4724-9BD2-0C4F2FC875F3}" dt="2025-09-08T17:15:32.734" v="1520" actId="1076"/>
      <pc:docMkLst>
        <pc:docMk/>
      </pc:docMkLst>
      <pc:sldChg chg="addSp modSp mod">
        <pc:chgData name="Rachaita Dutta" userId="f22006c0bb25b989" providerId="LiveId" clId="{FB0DC630-F55C-4724-9BD2-0C4F2FC875F3}" dt="2025-09-05T13:48:49.370" v="129" actId="207"/>
        <pc:sldMkLst>
          <pc:docMk/>
          <pc:sldMk cId="2222324472" sldId="308"/>
        </pc:sldMkLst>
      </pc:sldChg>
      <pc:sldChg chg="modSp mod">
        <pc:chgData name="Rachaita Dutta" userId="f22006c0bb25b989" providerId="LiveId" clId="{FB0DC630-F55C-4724-9BD2-0C4F2FC875F3}" dt="2025-09-05T10:05:03.655" v="43" actId="1076"/>
        <pc:sldMkLst>
          <pc:docMk/>
          <pc:sldMk cId="1338167130" sldId="317"/>
        </pc:sldMkLst>
      </pc:sldChg>
      <pc:sldChg chg="addSp delSp modSp new mod">
        <pc:chgData name="Rachaita Dutta" userId="f22006c0bb25b989" providerId="LiveId" clId="{FB0DC630-F55C-4724-9BD2-0C4F2FC875F3}" dt="2025-09-05T14:10:47.964" v="137" actId="1076"/>
        <pc:sldMkLst>
          <pc:docMk/>
          <pc:sldMk cId="1546461221" sldId="318"/>
        </pc:sldMkLst>
      </pc:sldChg>
      <pc:sldChg chg="del">
        <pc:chgData name="Rachaita Dutta" userId="f22006c0bb25b989" providerId="LiveId" clId="{FB0DC630-F55C-4724-9BD2-0C4F2FC875F3}" dt="2025-09-05T10:21:42.575" v="114" actId="47"/>
        <pc:sldMkLst>
          <pc:docMk/>
          <pc:sldMk cId="2327602309" sldId="318"/>
        </pc:sldMkLst>
      </pc:sldChg>
      <pc:sldChg chg="addSp delSp modSp new mod">
        <pc:chgData name="Rachaita Dutta" userId="f22006c0bb25b989" providerId="LiveId" clId="{FB0DC630-F55C-4724-9BD2-0C4F2FC875F3}" dt="2025-09-06T08:44:59.976" v="995" actId="404"/>
        <pc:sldMkLst>
          <pc:docMk/>
          <pc:sldMk cId="451311901" sldId="319"/>
        </pc:sldMkLst>
      </pc:sldChg>
      <pc:sldChg chg="del">
        <pc:chgData name="Rachaita Dutta" userId="f22006c0bb25b989" providerId="LiveId" clId="{FB0DC630-F55C-4724-9BD2-0C4F2FC875F3}" dt="2025-09-05T10:21:42.949" v="115" actId="47"/>
        <pc:sldMkLst>
          <pc:docMk/>
          <pc:sldMk cId="3974836523" sldId="319"/>
        </pc:sldMkLst>
      </pc:sldChg>
      <pc:sldChg chg="addSp delSp modSp new mod">
        <pc:chgData name="Rachaita Dutta" userId="f22006c0bb25b989" providerId="LiveId" clId="{FB0DC630-F55C-4724-9BD2-0C4F2FC875F3}" dt="2025-09-05T15:28:20.519" v="559" actId="404"/>
        <pc:sldMkLst>
          <pc:docMk/>
          <pc:sldMk cId="3721023388" sldId="320"/>
        </pc:sldMkLst>
      </pc:sldChg>
      <pc:sldChg chg="del">
        <pc:chgData name="Rachaita Dutta" userId="f22006c0bb25b989" providerId="LiveId" clId="{FB0DC630-F55C-4724-9BD2-0C4F2FC875F3}" dt="2025-09-05T10:21:43.166" v="116" actId="47"/>
        <pc:sldMkLst>
          <pc:docMk/>
          <pc:sldMk cId="3783136886" sldId="320"/>
        </pc:sldMkLst>
      </pc:sldChg>
      <pc:sldChg chg="del">
        <pc:chgData name="Rachaita Dutta" userId="f22006c0bb25b989" providerId="LiveId" clId="{FB0DC630-F55C-4724-9BD2-0C4F2FC875F3}" dt="2025-09-05T10:21:43.364" v="117" actId="47"/>
        <pc:sldMkLst>
          <pc:docMk/>
          <pc:sldMk cId="1330460107" sldId="321"/>
        </pc:sldMkLst>
      </pc:sldChg>
      <pc:sldChg chg="addSp delSp modSp new mod">
        <pc:chgData name="Rachaita Dutta" userId="f22006c0bb25b989" providerId="LiveId" clId="{FB0DC630-F55C-4724-9BD2-0C4F2FC875F3}" dt="2025-09-05T17:24:21.431" v="722" actId="1076"/>
        <pc:sldMkLst>
          <pc:docMk/>
          <pc:sldMk cId="3068123038" sldId="321"/>
        </pc:sldMkLst>
      </pc:sldChg>
      <pc:sldChg chg="addSp delSp modSp new mod">
        <pc:chgData name="Rachaita Dutta" userId="f22006c0bb25b989" providerId="LiveId" clId="{FB0DC630-F55C-4724-9BD2-0C4F2FC875F3}" dt="2025-09-05T17:20:35.729" v="635" actId="1076"/>
        <pc:sldMkLst>
          <pc:docMk/>
          <pc:sldMk cId="87813908" sldId="322"/>
        </pc:sldMkLst>
      </pc:sldChg>
      <pc:sldChg chg="del">
        <pc:chgData name="Rachaita Dutta" userId="f22006c0bb25b989" providerId="LiveId" clId="{FB0DC630-F55C-4724-9BD2-0C4F2FC875F3}" dt="2025-09-05T10:21:43.949" v="118" actId="47"/>
        <pc:sldMkLst>
          <pc:docMk/>
          <pc:sldMk cId="1644534217" sldId="322"/>
        </pc:sldMkLst>
      </pc:sldChg>
      <pc:sldChg chg="addSp delSp modSp new mod">
        <pc:chgData name="Rachaita Dutta" userId="f22006c0bb25b989" providerId="LiveId" clId="{FB0DC630-F55C-4724-9BD2-0C4F2FC875F3}" dt="2025-09-05T18:07:46.269" v="766" actId="114"/>
        <pc:sldMkLst>
          <pc:docMk/>
          <pc:sldMk cId="972914108" sldId="323"/>
        </pc:sldMkLst>
      </pc:sldChg>
      <pc:sldChg chg="del">
        <pc:chgData name="Rachaita Dutta" userId="f22006c0bb25b989" providerId="LiveId" clId="{FB0DC630-F55C-4724-9BD2-0C4F2FC875F3}" dt="2025-09-05T10:21:44.140" v="119" actId="47"/>
        <pc:sldMkLst>
          <pc:docMk/>
          <pc:sldMk cId="2497304798" sldId="323"/>
        </pc:sldMkLst>
      </pc:sldChg>
      <pc:sldChg chg="del">
        <pc:chgData name="Rachaita Dutta" userId="f22006c0bb25b989" providerId="LiveId" clId="{FB0DC630-F55C-4724-9BD2-0C4F2FC875F3}" dt="2025-09-05T10:21:44.333" v="120" actId="47"/>
        <pc:sldMkLst>
          <pc:docMk/>
          <pc:sldMk cId="669990853" sldId="324"/>
        </pc:sldMkLst>
      </pc:sldChg>
      <pc:sldChg chg="delSp modSp add mod">
        <pc:chgData name="Rachaita Dutta" userId="f22006c0bb25b989" providerId="LiveId" clId="{FB0DC630-F55C-4724-9BD2-0C4F2FC875F3}" dt="2025-09-06T17:04:39.526" v="1145" actId="20577"/>
        <pc:sldMkLst>
          <pc:docMk/>
          <pc:sldMk cId="780421723" sldId="324"/>
        </pc:sldMkLst>
      </pc:sldChg>
      <pc:sldChg chg="addSp delSp modSp new mod">
        <pc:chgData name="Rachaita Dutta" userId="f22006c0bb25b989" providerId="LiveId" clId="{FB0DC630-F55C-4724-9BD2-0C4F2FC875F3}" dt="2025-09-06T08:44:40.678" v="987" actId="1076"/>
        <pc:sldMkLst>
          <pc:docMk/>
          <pc:sldMk cId="2770397835" sldId="325"/>
        </pc:sldMkLst>
      </pc:sldChg>
      <pc:sldChg chg="del">
        <pc:chgData name="Rachaita Dutta" userId="f22006c0bb25b989" providerId="LiveId" clId="{FB0DC630-F55C-4724-9BD2-0C4F2FC875F3}" dt="2025-09-05T10:21:44.515" v="121" actId="47"/>
        <pc:sldMkLst>
          <pc:docMk/>
          <pc:sldMk cId="3573114140" sldId="325"/>
        </pc:sldMkLst>
      </pc:sldChg>
      <pc:sldChg chg="del">
        <pc:chgData name="Rachaita Dutta" userId="f22006c0bb25b989" providerId="LiveId" clId="{FB0DC630-F55C-4724-9BD2-0C4F2FC875F3}" dt="2025-09-05T10:21:44.698" v="122" actId="47"/>
        <pc:sldMkLst>
          <pc:docMk/>
          <pc:sldMk cId="340494408" sldId="326"/>
        </pc:sldMkLst>
      </pc:sldChg>
      <pc:sldChg chg="addSp delSp modSp new mod">
        <pc:chgData name="Rachaita Dutta" userId="f22006c0bb25b989" providerId="LiveId" clId="{FB0DC630-F55C-4724-9BD2-0C4F2FC875F3}" dt="2025-09-06T13:25:06.328" v="1097"/>
        <pc:sldMkLst>
          <pc:docMk/>
          <pc:sldMk cId="1161767987" sldId="326"/>
        </pc:sldMkLst>
      </pc:sldChg>
      <pc:sldChg chg="addSp delSp modSp new mod">
        <pc:chgData name="Rachaita Dutta" userId="f22006c0bb25b989" providerId="LiveId" clId="{FB0DC630-F55C-4724-9BD2-0C4F2FC875F3}" dt="2025-09-06T13:26:58.253" v="1115" actId="1076"/>
        <pc:sldMkLst>
          <pc:docMk/>
          <pc:sldMk cId="337053805" sldId="327"/>
        </pc:sldMkLst>
      </pc:sldChg>
      <pc:sldChg chg="del">
        <pc:chgData name="Rachaita Dutta" userId="f22006c0bb25b989" providerId="LiveId" clId="{FB0DC630-F55C-4724-9BD2-0C4F2FC875F3}" dt="2025-09-05T10:21:44.882" v="123" actId="47"/>
        <pc:sldMkLst>
          <pc:docMk/>
          <pc:sldMk cId="1030558435" sldId="327"/>
        </pc:sldMkLst>
      </pc:sldChg>
      <pc:sldChg chg="add del">
        <pc:chgData name="Rachaita Dutta" userId="f22006c0bb25b989" providerId="LiveId" clId="{FB0DC630-F55C-4724-9BD2-0C4F2FC875F3}" dt="2025-09-06T08:45:22.093" v="1000"/>
        <pc:sldMkLst>
          <pc:docMk/>
          <pc:sldMk cId="1452478768" sldId="327"/>
        </pc:sldMkLst>
      </pc:sldChg>
      <pc:sldChg chg="del">
        <pc:chgData name="Rachaita Dutta" userId="f22006c0bb25b989" providerId="LiveId" clId="{FB0DC630-F55C-4724-9BD2-0C4F2FC875F3}" dt="2025-09-05T10:21:45.046" v="124" actId="47"/>
        <pc:sldMkLst>
          <pc:docMk/>
          <pc:sldMk cId="831985995" sldId="328"/>
        </pc:sldMkLst>
      </pc:sldChg>
      <pc:sldChg chg="modSp add mod">
        <pc:chgData name="Rachaita Dutta" userId="f22006c0bb25b989" providerId="LiveId" clId="{FB0DC630-F55C-4724-9BD2-0C4F2FC875F3}" dt="2025-09-07T09:10:55.866" v="1280" actId="21"/>
        <pc:sldMkLst>
          <pc:docMk/>
          <pc:sldMk cId="1166248074" sldId="328"/>
        </pc:sldMkLst>
      </pc:sldChg>
      <pc:sldChg chg="addSp delSp modSp new mod">
        <pc:chgData name="Rachaita Dutta" userId="f22006c0bb25b989" providerId="LiveId" clId="{FB0DC630-F55C-4724-9BD2-0C4F2FC875F3}" dt="2025-09-07T13:04:16.048" v="1378" actId="22"/>
        <pc:sldMkLst>
          <pc:docMk/>
          <pc:sldMk cId="1659295578" sldId="329"/>
        </pc:sldMkLst>
      </pc:sldChg>
      <pc:sldChg chg="del">
        <pc:chgData name="Rachaita Dutta" userId="f22006c0bb25b989" providerId="LiveId" clId="{FB0DC630-F55C-4724-9BD2-0C4F2FC875F3}" dt="2025-09-05T10:21:45.300" v="125" actId="47"/>
        <pc:sldMkLst>
          <pc:docMk/>
          <pc:sldMk cId="4133031817" sldId="329"/>
        </pc:sldMkLst>
      </pc:sldChg>
      <pc:sldChg chg="del">
        <pc:chgData name="Rachaita Dutta" userId="f22006c0bb25b989" providerId="LiveId" clId="{FB0DC630-F55C-4724-9BD2-0C4F2FC875F3}" dt="2025-09-05T10:21:46.084" v="126" actId="47"/>
        <pc:sldMkLst>
          <pc:docMk/>
          <pc:sldMk cId="1163874103" sldId="330"/>
        </pc:sldMkLst>
      </pc:sldChg>
      <pc:sldChg chg="addSp delSp modSp add mod">
        <pc:chgData name="Rachaita Dutta" userId="f22006c0bb25b989" providerId="LiveId" clId="{FB0DC630-F55C-4724-9BD2-0C4F2FC875F3}" dt="2025-09-08T17:15:32.734" v="1520" actId="1076"/>
        <pc:sldMkLst>
          <pc:docMk/>
          <pc:sldMk cId="3232033403" sldId="330"/>
        </pc:sldMkLst>
      </pc:sldChg>
      <pc:sldChg chg="modSp add mod">
        <pc:chgData name="Rachaita Dutta" userId="f22006c0bb25b989" providerId="LiveId" clId="{FB0DC630-F55C-4724-9BD2-0C4F2FC875F3}" dt="2025-09-08T17:15:16.367" v="1516" actId="207"/>
        <pc:sldMkLst>
          <pc:docMk/>
          <pc:sldMk cId="3252665657" sldId="33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10/29/2025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1pPr>
    <a:lvl2pPr marL="457100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2pPr>
    <a:lvl3pPr marL="914199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3pPr>
    <a:lvl4pPr marL="1371299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4pPr>
    <a:lvl5pPr marL="1828398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5pPr>
    <a:lvl6pPr marL="2285498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6pPr>
    <a:lvl7pPr marL="2742598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7pPr>
    <a:lvl8pPr marL="3199696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8pPr>
    <a:lvl9pPr marL="3656795" algn="l" defTabSz="914199" rtl="0" eaLnBrk="1" latinLnBrk="0" hangingPunct="1">
      <a:defRPr sz="11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0FE19-695A-F8BE-350E-7C2B419BD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8AC331-85DD-A8A6-72C5-594D65ABE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8C118-DEE2-271F-79D2-1B4A7E77C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67017-C633-4CAF-6AD2-6F51630F6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63366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E1352-6629-4D94-F6D4-26F2E9CEF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ECBDC-225B-3533-F057-82F0753C6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9B3531-ED01-1066-321C-973B91AFF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3609E-C486-8A8D-247A-255A5A5B8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51527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9F408-0D70-C3FA-FF8F-BF6CAE796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B93AC6-C12C-56A6-9E00-25C9806B4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6CA35-9FED-0C47-4FE7-18B7B6B25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49004-991E-F113-6D4B-B9432367C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30810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52463-BA74-BFD5-F702-E1C9DA269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436A6F-2EB8-35B8-9BF1-A94C031C2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73AC4-ECCE-7AEA-7AC5-1DD0C0799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803D9-63C2-FCF2-068F-0023C7EF4F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96987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15141-8178-8D03-254E-7180ECE82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FF371A-F14B-06B2-2AA3-FFF20BC29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91D22F-315C-602A-EB06-CFBFB45EC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input generation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6C31C-6E3F-F9B8-FB8D-6FE7A6F530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90803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FC0A7-4B24-EF10-05D1-7CCA551C6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8AAC3B-918C-D853-10D4-AD3B7907D1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4579DE-D4BA-03E8-F78F-A9FD2C26A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CAE8F-D129-C235-3981-C14B8211CD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9093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805CB-94FC-6F4D-13DD-91CDED6EC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C032A6-247F-6FFC-258A-8343A9D76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C8EBBD-BE3B-07D8-1881-A8E2C5AE06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Based on target type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6E939-DBB4-7100-3CAF-26A12CE400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384113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79293-AA53-8F51-1F6E-EFA13F9AF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FF79CE-A89B-86EF-7CBC-75C3F8BFD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7DB67-13E8-49C6-0B8B-B0AD6A29E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4EB3F-0E4C-6433-1297-95CC448306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851899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7958B-C826-E56F-846F-E5B1D29E1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F29A3E-FCD6-9191-07BE-5EC6F90E7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5E229D-01FE-9F5C-C45E-19EFC73E1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knowledge of the target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F9A2D-E319-EE51-866F-CF5C21B20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790059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A087A-87AA-43D4-D2E7-03FAF4FD0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892C85-9756-5796-7DEC-D5A80CB30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292BA8-7C9A-734F-BA02-98C81E559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84BF3-508C-500A-1EE6-F9346860AF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340412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C039D-8BB2-B82C-86A7-6AD5140BD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1F381E-E074-198E-6832-B1A31C339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5B78C0-DFCC-A97F-CBF6-ECA32FDC9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135AA-E847-0DB6-FE36-62836C25A1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005608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5731B-8AC4-DD94-F0DA-27304837E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1CB281-0973-D52D-DEFA-7677B0F2D8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45E0D2-001A-CFFF-C966-140C77061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4E2F7B-BE37-E6B8-8C24-38BE433CEA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652594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D6518-25EB-CF3D-E716-DCF9E67E1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7C849D-F59C-F5E1-7FED-5B5BCF4E5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E566D3-8C09-1343-8249-B6056FA11B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2C0DC-4C57-7FBA-B526-6987FF9796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98409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96EA5-EACE-2D68-964F-AA9F7AEDE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448C0B-E810-C3C3-24B3-5C014E51C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67EA42-7778-A09F-2B05-B09AEA435C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D79B4-7C2A-93E2-DA86-52AA02907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029667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D229D-9408-3986-898C-4C91277DA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360FDA-C466-D4C6-1DBD-EC01A8A7D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1CC66-163B-7D7A-61AA-BFC567764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D9F62-519A-903A-28F2-CA594F18F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57973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1A8B8-FDB7-AE5A-7299-BAD61F120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77F071-72B5-C0B8-2CD7-3937B8101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C5CF0-33D6-898D-1AC9-787C26921A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856A7-42F8-AD90-5D36-7F6DC81A4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369622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366F0-49A9-87E7-CB32-D9A049242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70DE17-F7BC-E535-B228-D2F087361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4223B-4753-67F9-50D0-6637F8FBC8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D32A8-7FA9-E9E0-FA44-75A29E4E4A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547241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70" y="1841824"/>
            <a:ext cx="4748735" cy="5016188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42" y="2334664"/>
            <a:ext cx="2225670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" y="0"/>
            <a:ext cx="5880649" cy="6075135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" y="12"/>
            <a:ext cx="5137691" cy="3723308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8" y="914400"/>
            <a:ext cx="10360151" cy="5029200"/>
          </a:xfrm>
        </p:spPr>
        <p:txBody>
          <a:bodyPr anchor="ctr"/>
          <a:lstStyle>
            <a:lvl1pPr algn="ctr">
              <a:defRPr sz="4799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" y="180443"/>
            <a:ext cx="5327858" cy="3001485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8" y="5597820"/>
            <a:ext cx="2430115" cy="1294335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1" y="3988571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8" y="914400"/>
            <a:ext cx="5641849" cy="5029200"/>
          </a:xfrm>
        </p:spPr>
        <p:txBody>
          <a:bodyPr anchor="ctr" anchorCtr="0"/>
          <a:lstStyle>
            <a:lvl1pPr algn="l">
              <a:defRPr sz="3203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8" y="1143012"/>
            <a:ext cx="4190998" cy="4679828"/>
          </a:xfrm>
        </p:spPr>
        <p:txBody>
          <a:bodyPr/>
          <a:lstStyle>
            <a:lvl1pPr marL="0" indent="0" algn="r">
              <a:buNone/>
              <a:defRPr sz="2394" cap="all" baseline="0"/>
            </a:lvl1pPr>
            <a:lvl2pPr marL="457013" indent="0" algn="r">
              <a:buNone/>
              <a:defRPr sz="1795">
                <a:latin typeface="+mj-lt"/>
              </a:defRPr>
            </a:lvl2pPr>
            <a:lvl3pPr marL="914036" indent="0" algn="r">
              <a:buNone/>
              <a:defRPr/>
            </a:lvl3pPr>
            <a:lvl4pPr marL="1371048" indent="0" algn="r">
              <a:buNone/>
              <a:defRPr/>
            </a:lvl4pPr>
            <a:lvl5pPr marL="1828071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3" y="914400"/>
            <a:ext cx="5641849" cy="5029200"/>
          </a:xfrm>
        </p:spPr>
        <p:txBody>
          <a:bodyPr anchor="ctr"/>
          <a:lstStyle>
            <a:lvl1pPr>
              <a:lnSpc>
                <a:spcPct val="75000"/>
              </a:lnSpc>
              <a:defRPr sz="4799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9" y="1875315"/>
            <a:ext cx="4727117" cy="4998135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5" y="0"/>
            <a:ext cx="5324717" cy="6417735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3" y="0"/>
            <a:ext cx="4790058" cy="6587070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795"/>
            </a:lvl1pPr>
            <a:lvl2pPr marL="457013" indent="0">
              <a:buNone/>
              <a:defRPr sz="2804"/>
            </a:lvl2pPr>
            <a:lvl3pPr marL="914036" indent="0">
              <a:buNone/>
              <a:defRPr sz="2394"/>
            </a:lvl3pPr>
            <a:lvl4pPr marL="1371048" indent="0">
              <a:buNone/>
              <a:defRPr sz="1995"/>
            </a:lvl4pPr>
            <a:lvl5pPr marL="1828071" indent="0">
              <a:buNone/>
              <a:defRPr sz="1995"/>
            </a:lvl5pPr>
            <a:lvl6pPr marL="2285084" indent="0">
              <a:buNone/>
              <a:defRPr sz="1995"/>
            </a:lvl6pPr>
            <a:lvl7pPr marL="2742107" indent="0">
              <a:buNone/>
              <a:defRPr sz="1995"/>
            </a:lvl7pPr>
            <a:lvl8pPr marL="3199119" indent="0">
              <a:buNone/>
              <a:defRPr sz="1995"/>
            </a:lvl8pPr>
            <a:lvl9pPr marL="3656142" indent="0">
              <a:buNone/>
              <a:defRPr sz="199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9" y="0"/>
            <a:ext cx="5288935" cy="6858000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5" y="-26172"/>
            <a:ext cx="5273225" cy="1169183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51" y="3200880"/>
            <a:ext cx="4200862" cy="3685695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5"/>
          </a:xfrm>
        </p:spPr>
        <p:txBody>
          <a:bodyPr anchor="b"/>
          <a:lstStyle>
            <a:lvl1pPr>
              <a:lnSpc>
                <a:spcPct val="75000"/>
              </a:lnSpc>
              <a:defRPr sz="4799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261780"/>
            <a:ext cx="5046135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1995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5" y="4681725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394" b="0" cap="all" baseline="0"/>
            </a:lvl1pPr>
            <a:lvl2pPr>
              <a:defRPr sz="2394"/>
            </a:lvl2pPr>
            <a:lvl3pPr>
              <a:defRPr sz="2394"/>
            </a:lvl3pPr>
            <a:lvl4pPr>
              <a:defRPr sz="2394"/>
            </a:lvl4pPr>
            <a:lvl5pPr>
              <a:defRPr sz="2394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8" y="5209699"/>
            <a:ext cx="3221255" cy="1682468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2" y="914400"/>
            <a:ext cx="7534657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3" y="5010315"/>
            <a:ext cx="3307890" cy="1876020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8" y="4650285"/>
            <a:ext cx="1859769" cy="2207715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83" y="2130046"/>
            <a:ext cx="5509163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3" y="2039126"/>
            <a:ext cx="7150609" cy="3356573"/>
          </a:xfrm>
        </p:spPr>
        <p:txBody>
          <a:bodyPr>
            <a:normAutofit/>
          </a:bodyPr>
          <a:lstStyle>
            <a:lvl1pPr>
              <a:defRPr sz="1995"/>
            </a:lvl1pPr>
            <a:lvl2pPr>
              <a:defRPr sz="1795"/>
            </a:lvl2pPr>
            <a:lvl3pPr>
              <a:defRPr sz="1596"/>
            </a:lvl3pPr>
            <a:lvl4pPr>
              <a:defRPr sz="1397"/>
            </a:lvl4pPr>
            <a:lvl5pPr>
              <a:defRPr sz="1397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" y="0"/>
            <a:ext cx="3216357" cy="3480450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8" y="1618827"/>
            <a:ext cx="3154525" cy="5229818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0" y="2673015"/>
            <a:ext cx="1697024" cy="1898715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0"/>
            <a:ext cx="2476444" cy="3377250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4" y="914411"/>
            <a:ext cx="10360151" cy="2843783"/>
          </a:xfrm>
        </p:spPr>
        <p:txBody>
          <a:bodyPr anchor="b" anchorCtr="0"/>
          <a:lstStyle>
            <a:lvl1pPr algn="ctr">
              <a:defRPr sz="4799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7" y="3825889"/>
            <a:ext cx="8109771" cy="264477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394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4" y="914400"/>
            <a:ext cx="10360151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3" y="2039127"/>
            <a:ext cx="4576953" cy="3877058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9" y="2039127"/>
            <a:ext cx="4576953" cy="3877058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5"/>
            <a:ext cx="4707470" cy="978195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501" y="0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" y="12"/>
            <a:ext cx="12192000" cy="6800408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4" y="914400"/>
            <a:ext cx="10360151" cy="914400"/>
          </a:xfrm>
        </p:spPr>
        <p:txBody>
          <a:bodyPr anchor="b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4" y="2039115"/>
            <a:ext cx="3364991" cy="3904485"/>
          </a:xfrm>
        </p:spPr>
        <p:txBody>
          <a:bodyPr>
            <a:normAutofit/>
          </a:bodyPr>
          <a:lstStyle>
            <a:lvl1pPr marL="228512" indent="-228512">
              <a:buFont typeface="+mj-lt"/>
              <a:buAutoNum type="arabicPeriod"/>
              <a:defRPr sz="1995"/>
            </a:lvl1pPr>
            <a:lvl2pPr marL="685524" indent="-457013">
              <a:spcBef>
                <a:spcPts val="998"/>
              </a:spcBef>
              <a:buFont typeface="+mj-lt"/>
              <a:buAutoNum type="alphaLcPeriod"/>
              <a:defRPr sz="1995"/>
            </a:lvl2pPr>
            <a:lvl3pPr marL="914036" indent="-457013">
              <a:spcBef>
                <a:spcPts val="998"/>
              </a:spcBef>
              <a:buFont typeface="+mj-lt"/>
              <a:buAutoNum type="arabicParenR"/>
              <a:defRPr sz="1995"/>
            </a:lvl3pPr>
            <a:lvl4pPr marL="1142547" indent="-457013">
              <a:spcBef>
                <a:spcPts val="998"/>
              </a:spcBef>
              <a:buFont typeface="+mj-lt"/>
              <a:buAutoNum type="alphaLcParenR"/>
              <a:defRPr sz="1995"/>
            </a:lvl4pPr>
            <a:lvl5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5"/>
            <a:ext cx="6537960" cy="3904485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2"/>
            <a:ext cx="4303817" cy="6100298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34" y="3184878"/>
            <a:ext cx="3027833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2" y="914400"/>
            <a:ext cx="7534657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4" y="2039115"/>
            <a:ext cx="5650991" cy="3904485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8" y="-20742"/>
            <a:ext cx="4589511" cy="6555023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1995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52" y="-93863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28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" y="12"/>
            <a:ext cx="3097831" cy="2532428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8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4" y="914400"/>
            <a:ext cx="10360151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404" y="2039108"/>
            <a:ext cx="2816351" cy="3840480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08"/>
            <a:ext cx="6949440" cy="3840480"/>
          </a:xfrm>
        </p:spPr>
        <p:txBody>
          <a:bodyPr>
            <a:normAutofit/>
          </a:bodyPr>
          <a:lstStyle>
            <a:lvl1pPr marL="228512" indent="-228512">
              <a:buFont typeface="Courier New" panose="02070309020205020404" pitchFamily="49" charset="0"/>
              <a:buChar char="o"/>
              <a:defRPr sz="1995"/>
            </a:lvl1pPr>
            <a:lvl2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205657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2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4" y="-30585"/>
            <a:ext cx="5047482" cy="6915255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4" y="914400"/>
            <a:ext cx="10360151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039108"/>
            <a:ext cx="6729984" cy="3840480"/>
          </a:xfrm>
        </p:spPr>
        <p:txBody>
          <a:bodyPr>
            <a:normAutofit/>
          </a:bodyPr>
          <a:lstStyle>
            <a:lvl1pPr marL="228512" indent="-228512">
              <a:buFont typeface="Courier New" panose="02070309020205020404" pitchFamily="49" charset="0"/>
              <a:buChar char="o"/>
              <a:defRPr sz="1995" cap="all" baseline="0"/>
            </a:lvl1pPr>
            <a:lvl2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205657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4" y="2039108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1995"/>
            </a:lvl1pPr>
            <a:lvl2pPr marL="228512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5"/>
            <a:ext cx="12192000" cy="3586575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1" y="11"/>
            <a:ext cx="5362677" cy="590063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4" y="914400"/>
            <a:ext cx="10360151" cy="914400"/>
          </a:xfrm>
        </p:spPr>
        <p:txBody>
          <a:bodyPr anchor="b" anchorCtr="0"/>
          <a:lstStyle>
            <a:lvl1pPr>
              <a:defRPr sz="3203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3" y="2039119"/>
            <a:ext cx="10360025" cy="3374138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3" userDrawn="1">
          <p15:clr>
            <a:srgbClr val="FBAE40"/>
          </p15:clr>
        </p15:guide>
        <p15:guide id="2" pos="7271" userDrawn="1">
          <p15:clr>
            <a:srgbClr val="FBAE40"/>
          </p15:clr>
        </p15:guide>
        <p15:guide id="3" pos="409" userDrawn="1">
          <p15:clr>
            <a:srgbClr val="FBAE40"/>
          </p15:clr>
        </p15:guide>
        <p15:guide id="4" orient="horz" pos="503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2" y="3001414"/>
            <a:ext cx="3865902" cy="3856598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2121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" y="0"/>
            <a:ext cx="4267591" cy="2882745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72" y="1187809"/>
            <a:ext cx="1678578" cy="546056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3" y="914400"/>
            <a:ext cx="5641849" cy="5029200"/>
          </a:xfrm>
        </p:spPr>
        <p:txBody>
          <a:bodyPr anchor="ctr"/>
          <a:lstStyle>
            <a:lvl1pPr algn="l">
              <a:defRPr sz="4799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60" y="914400"/>
            <a:ext cx="3867911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1995" cap="all" baseline="0"/>
            </a:lvl1pPr>
            <a:lvl2pPr marL="0" indent="0">
              <a:spcBef>
                <a:spcPts val="998"/>
              </a:spcBef>
              <a:buFont typeface="Courier New" panose="02070309020205020404" pitchFamily="49" charset="0"/>
              <a:buNone/>
              <a:defRPr sz="1995"/>
            </a:lvl2pPr>
            <a:lvl3pPr marL="685524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3pPr>
            <a:lvl4pPr marL="1142547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4pPr>
            <a:lvl5pPr marL="1599560" indent="-228512">
              <a:spcBef>
                <a:spcPts val="998"/>
              </a:spcBef>
              <a:buFont typeface="Courier New" panose="02070309020205020404" pitchFamily="49" charset="0"/>
              <a:buChar char="o"/>
              <a:defRPr sz="199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8" y="5209699"/>
            <a:ext cx="3221255" cy="1682468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2121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5" y="4321740"/>
            <a:ext cx="1859769" cy="2536260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5" tIns="45717" rIns="91445" bIns="457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2121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3"/>
            <a:ext cx="105156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7"/>
            <a:ext cx="105156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4" y="6464817"/>
            <a:ext cx="987551" cy="310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97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7" y="6464817"/>
            <a:ext cx="3438144" cy="310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97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2" y="5879817"/>
            <a:ext cx="661417" cy="895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8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036" rtl="0" eaLnBrk="1" latinLnBrk="0" hangingPunct="1">
        <a:lnSpc>
          <a:spcPct val="90000"/>
        </a:lnSpc>
        <a:spcBef>
          <a:spcPct val="0"/>
        </a:spcBef>
        <a:buNone/>
        <a:defRPr sz="59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12" indent="-228512" algn="l" defTabSz="914036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804" kern="1200">
          <a:solidFill>
            <a:schemeClr val="tx1"/>
          </a:solidFill>
          <a:latin typeface="+mn-lt"/>
          <a:ea typeface="+mn-ea"/>
          <a:cs typeface="+mn-cs"/>
        </a:defRPr>
      </a:lvl1pPr>
      <a:lvl2pPr marL="685524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142547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0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6572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13595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70608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7631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3" indent="-228512" algn="l" defTabSz="914036" rtl="0" eaLnBrk="1" latinLnBrk="0" hangingPunct="1">
        <a:lnSpc>
          <a:spcPct val="90000"/>
        </a:lnSpc>
        <a:spcBef>
          <a:spcPts val="50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7013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4036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71048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8071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4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7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9119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56142" algn="l" defTabSz="914036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57" y="722410"/>
            <a:ext cx="10360151" cy="5029196"/>
          </a:xfrm>
        </p:spPr>
        <p:txBody>
          <a:bodyPr anchor="ctr"/>
          <a:lstStyle/>
          <a:p>
            <a:r>
              <a:rPr lang="en-US" sz="5397" dirty="0"/>
              <a:t>Fuzzing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46239-5331-ECB6-9551-FB03F3421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A13246-D725-DE92-051A-FE0A00FBA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498182"/>
            <a:ext cx="11027663" cy="585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470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F3659-27A1-3D92-0892-F47F7E7A1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539D4A-4282-A72A-997E-44CB945A3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65176"/>
            <a:ext cx="11018520" cy="638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389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CD214-58C2-266D-AF15-06CA7CBA0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39A386-92A2-443B-55C9-08701B0F6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2" y="219456"/>
            <a:ext cx="5959159" cy="62819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20CDCB-0950-53A8-7F6E-860DB9D83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1" y="219456"/>
            <a:ext cx="6172517" cy="628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050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B9BED-D5B9-AA4B-4884-A0B6AB36D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3CBC66-8FEF-FD81-F15E-60765CDDC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310896"/>
            <a:ext cx="11301983" cy="611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74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58632-38F0-4C82-7528-2ACE67568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2BFAD9-70BD-BFF4-A7C9-FFC2405C9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20040"/>
            <a:ext cx="11283696" cy="619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678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C8B3B-C0FF-EE74-01CE-AB8B4B4E4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E8F5F1D-8EC2-7F84-4D18-93F5FB156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40" y="0"/>
            <a:ext cx="11271796" cy="39136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29D2EA-F83D-998C-B2AB-5C565A21F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40" y="4096512"/>
            <a:ext cx="11271796" cy="260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502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5BFCD-9181-0257-E282-2F108B87A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C72690-B689-BBA2-3150-3E611AC9B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484632"/>
            <a:ext cx="1118311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181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25251-3AA6-08FC-2022-7D7B4E3C4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E54637-842B-D871-8CD1-9BCD6CADD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640080"/>
            <a:ext cx="10387584" cy="574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715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AFF8C-44A0-5C75-D7A2-7C86CE258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5A49DD-2E33-B1F9-1D26-41FEBE285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457200"/>
            <a:ext cx="11375136" cy="581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775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C3DD4-CBD3-6E36-5A70-02862F8FE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79A22C-48D7-6386-1229-93B8CCAAB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93776"/>
            <a:ext cx="10543032" cy="588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192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49082-373A-4371-EF65-CC82E5494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DAC57E-E020-6C85-FCF4-61694B3B9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20624"/>
            <a:ext cx="1101852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310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3AF8D-192A-F366-675C-DCD512544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CD7716-945D-1789-53E0-C66B28343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86" y="347472"/>
            <a:ext cx="10884326" cy="573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024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EF4F2-2528-CEC6-E5D0-1E79BDDB5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85F35F-7E54-1B2F-2AB9-1CF38BF37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411480"/>
            <a:ext cx="11375135" cy="609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764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B8485-5A63-0114-31D0-4C400CBCD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1BA9C8-1824-2F1D-29F1-5073C2617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0"/>
            <a:ext cx="11045952" cy="55412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A66C7A-5BE3-57BC-2830-28775DA25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5541264"/>
            <a:ext cx="11045952" cy="131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195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493A7-AAA9-58DC-6BD6-73042FABB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03BB3E-F469-A851-2AED-D364857D0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98" y="327564"/>
            <a:ext cx="11353710" cy="58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87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38BD8-4477-065B-CED3-D07137FA4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49AFB7-3266-D698-932D-E74FCAFCF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01752"/>
            <a:ext cx="11201400" cy="628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799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3F0ED-424E-6C3E-64CC-8C44151FD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E82B9B-817B-7AB6-1DE2-DAD8A577B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20040"/>
            <a:ext cx="11643360" cy="618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329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6DCC38C-603B-CCD0-2914-0BBCD4F4F7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77" y="914434"/>
            <a:ext cx="3867917" cy="5029196"/>
          </a:xfrm>
        </p:spPr>
        <p:txBody>
          <a:bodyPr anchor="ctr"/>
          <a:lstStyle/>
          <a:p>
            <a:r>
              <a:rPr lang="en-US" dirty="0">
                <a:solidFill>
                  <a:srgbClr val="3366CC"/>
                </a:solidFill>
              </a:rPr>
              <a:t>Dr. Rachaita Dutta</a:t>
            </a:r>
          </a:p>
          <a:p>
            <a:r>
              <a:rPr lang="en-US" dirty="0">
                <a:solidFill>
                  <a:srgbClr val="3366CC"/>
                </a:solidFill>
              </a:rPr>
              <a:t>Assistant professor</a:t>
            </a:r>
          </a:p>
          <a:p>
            <a:r>
              <a:rPr lang="en-US" dirty="0">
                <a:solidFill>
                  <a:srgbClr val="3366CC"/>
                </a:solidFill>
              </a:rPr>
              <a:t>Dept. of </a:t>
            </a:r>
            <a:r>
              <a:rPr lang="en-US" dirty="0" err="1">
                <a:solidFill>
                  <a:srgbClr val="3366CC"/>
                </a:solidFill>
              </a:rPr>
              <a:t>mca</a:t>
            </a:r>
            <a:endParaRPr lang="en-US" dirty="0">
              <a:solidFill>
                <a:srgbClr val="3366CC"/>
              </a:solidFill>
            </a:endParaRPr>
          </a:p>
          <a:p>
            <a:pPr lvl="1"/>
            <a:r>
              <a:rPr lang="en-US" dirty="0">
                <a:solidFill>
                  <a:srgbClr val="3366CC"/>
                </a:solidFill>
              </a:rPr>
              <a:t>9007223301</a:t>
            </a:r>
          </a:p>
          <a:p>
            <a:pPr lvl="1"/>
            <a:r>
              <a:rPr lang="en-US" dirty="0">
                <a:solidFill>
                  <a:srgbClr val="3366CC"/>
                </a:solidFill>
              </a:rPr>
              <a:t>rachaitadutta@my.amrita.edu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{B98133CB-3674-4F35-B50A-DE48D38308D6}tf11964407_win32</Template>
  <TotalTime>28306</TotalTime>
  <Words>53</Words>
  <Application>Microsoft Office PowerPoint</Application>
  <PresentationFormat>Widescreen</PresentationFormat>
  <Paragraphs>29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Courier New</vt:lpstr>
      <vt:lpstr>Gill Sans Nova Light</vt:lpstr>
      <vt:lpstr>Sagona Book</vt:lpstr>
      <vt:lpstr>Custom</vt:lpstr>
      <vt:lpstr>Fuzzing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Rachaita Dutta</dc:creator>
  <cp:lastModifiedBy>Rachaita Dutta</cp:lastModifiedBy>
  <cp:revision>1</cp:revision>
  <dcterms:created xsi:type="dcterms:W3CDTF">2025-07-21T05:05:59Z</dcterms:created>
  <dcterms:modified xsi:type="dcterms:W3CDTF">2025-10-29T17:34:37Z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