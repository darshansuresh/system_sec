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408" r:id="rId6"/>
    <p:sldId id="409" r:id="rId7"/>
    <p:sldId id="410" r:id="rId8"/>
    <p:sldId id="411" r:id="rId9"/>
    <p:sldId id="304" r:id="rId10"/>
  </p:sldIdLst>
  <p:sldSz cx="12192000" cy="6858000"/>
  <p:notesSz cx="6858000" cy="9144000"/>
  <p:defaultTextStyle>
    <a:defPPr>
      <a:defRPr lang="en-US"/>
    </a:defPPr>
    <a:lvl1pPr marL="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5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5" userDrawn="1">
          <p15:clr>
            <a:srgbClr val="A4A3A4"/>
          </p15:clr>
        </p15:guide>
        <p15:guide id="4" orient="horz" pos="2310" userDrawn="1">
          <p15:clr>
            <a:srgbClr val="A4A3A4"/>
          </p15:clr>
        </p15:guide>
        <p15:guide id="5" orient="horz" pos="1943" userDrawn="1">
          <p15:clr>
            <a:srgbClr val="A4A3A4"/>
          </p15:clr>
        </p15:guide>
        <p15:guide id="6" orient="horz" pos="23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D58"/>
    <a:srgbClr val="CE3665"/>
    <a:srgbClr val="442DEF"/>
    <a:srgbClr val="7D0B47"/>
    <a:srgbClr val="831105"/>
    <a:srgbClr val="961289"/>
    <a:srgbClr val="A69516"/>
    <a:srgbClr val="2F913F"/>
    <a:srgbClr val="F0D614"/>
    <a:srgbClr val="4A8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40BAD-47D3-4BF4-A44C-FEF17240F8BF}" v="8" dt="2025-11-27T08:55:03.338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36" y="68"/>
      </p:cViewPr>
      <p:guideLst>
        <p:guide orient="horz" pos="525"/>
        <p:guide pos="3864"/>
        <p:guide orient="horz" pos="1275"/>
        <p:guide orient="horz" pos="2310"/>
        <p:guide orient="horz" pos="1943"/>
        <p:guide orient="horz" pos="2325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ita Dutta" userId="f22006c0bb25b989" providerId="LiveId" clId="{C9CC4FF0-0674-4239-A695-D4BB51F3ACF6}"/>
    <pc:docChg chg="undo custSel addSld delSld modSld modMainMaster modNotesMaster">
      <pc:chgData name="Rachaita Dutta" userId="f22006c0bb25b989" providerId="LiveId" clId="{C9CC4FF0-0674-4239-A695-D4BB51F3ACF6}" dt="2025-11-27T08:55:10.772" v="2766" actId="14100"/>
      <pc:docMkLst>
        <pc:docMk/>
      </pc:docMkLst>
      <pc:sldChg chg="modSp mod modNotes">
        <pc:chgData name="Rachaita Dutta" userId="f22006c0bb25b989" providerId="LiveId" clId="{C9CC4FF0-0674-4239-A695-D4BB51F3ACF6}" dt="2025-11-27T08:53:36.297" v="2741" actId="20577"/>
        <pc:sldMkLst>
          <pc:docMk/>
          <pc:sldMk cId="1338167130" sldId="317"/>
        </pc:sldMkLst>
        <pc:spChg chg="mod">
          <ac:chgData name="Rachaita Dutta" userId="f22006c0bb25b989" providerId="LiveId" clId="{C9CC4FF0-0674-4239-A695-D4BB51F3ACF6}" dt="2025-11-27T08:53:36.297" v="2741" actId="20577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add del mod">
        <pc:chgData name="Rachaita Dutta" userId="f22006c0bb25b989" providerId="LiveId" clId="{C9CC4FF0-0674-4239-A695-D4BB51F3ACF6}" dt="2025-11-27T08:53:17.594" v="2668" actId="47"/>
        <pc:sldMkLst>
          <pc:docMk/>
          <pc:sldMk cId="1812329966" sldId="372"/>
        </pc:sldMkLst>
      </pc:sldChg>
      <pc:sldChg chg="addSp delSp modSp add del mod">
        <pc:chgData name="Rachaita Dutta" userId="f22006c0bb25b989" providerId="LiveId" clId="{C9CC4FF0-0674-4239-A695-D4BB51F3ACF6}" dt="2025-11-27T08:53:17.704" v="2669" actId="47"/>
        <pc:sldMkLst>
          <pc:docMk/>
          <pc:sldMk cId="1604687529" sldId="373"/>
        </pc:sldMkLst>
      </pc:sldChg>
      <pc:sldChg chg="addSp delSp modSp add del mod">
        <pc:chgData name="Rachaita Dutta" userId="f22006c0bb25b989" providerId="LiveId" clId="{C9CC4FF0-0674-4239-A695-D4BB51F3ACF6}" dt="2025-11-27T08:53:17.844" v="2670" actId="47"/>
        <pc:sldMkLst>
          <pc:docMk/>
          <pc:sldMk cId="120614410" sldId="374"/>
        </pc:sldMkLst>
      </pc:sldChg>
      <pc:sldChg chg="addSp delSp modSp add del mod">
        <pc:chgData name="Rachaita Dutta" userId="f22006c0bb25b989" providerId="LiveId" clId="{C9CC4FF0-0674-4239-A695-D4BB51F3ACF6}" dt="2025-11-27T08:53:18.424" v="2671" actId="47"/>
        <pc:sldMkLst>
          <pc:docMk/>
          <pc:sldMk cId="3407662025" sldId="375"/>
        </pc:sldMkLst>
      </pc:sldChg>
      <pc:sldChg chg="addSp delSp modSp add del mod">
        <pc:chgData name="Rachaita Dutta" userId="f22006c0bb25b989" providerId="LiveId" clId="{C9CC4FF0-0674-4239-A695-D4BB51F3ACF6}" dt="2025-11-27T08:53:18.472" v="2672" actId="47"/>
        <pc:sldMkLst>
          <pc:docMk/>
          <pc:sldMk cId="226783243" sldId="376"/>
        </pc:sldMkLst>
      </pc:sldChg>
      <pc:sldChg chg="addSp delSp modSp add del mod">
        <pc:chgData name="Rachaita Dutta" userId="f22006c0bb25b989" providerId="LiveId" clId="{C9CC4FF0-0674-4239-A695-D4BB51F3ACF6}" dt="2025-11-27T08:53:18.600" v="2673" actId="47"/>
        <pc:sldMkLst>
          <pc:docMk/>
          <pc:sldMk cId="4123459579" sldId="377"/>
        </pc:sldMkLst>
      </pc:sldChg>
      <pc:sldChg chg="addSp delSp modSp add del mod">
        <pc:chgData name="Rachaita Dutta" userId="f22006c0bb25b989" providerId="LiveId" clId="{C9CC4FF0-0674-4239-A695-D4BB51F3ACF6}" dt="2025-11-27T08:53:18.771" v="2674" actId="47"/>
        <pc:sldMkLst>
          <pc:docMk/>
          <pc:sldMk cId="2050246563" sldId="378"/>
        </pc:sldMkLst>
      </pc:sldChg>
      <pc:sldChg chg="addSp delSp modSp add del mod">
        <pc:chgData name="Rachaita Dutta" userId="f22006c0bb25b989" providerId="LiveId" clId="{C9CC4FF0-0674-4239-A695-D4BB51F3ACF6}" dt="2025-11-27T08:53:18.980" v="2675" actId="47"/>
        <pc:sldMkLst>
          <pc:docMk/>
          <pc:sldMk cId="413278717" sldId="379"/>
        </pc:sldMkLst>
      </pc:sldChg>
      <pc:sldChg chg="addSp delSp modSp add del mod">
        <pc:chgData name="Rachaita Dutta" userId="f22006c0bb25b989" providerId="LiveId" clId="{C9CC4FF0-0674-4239-A695-D4BB51F3ACF6}" dt="2025-11-27T08:53:19.187" v="2676" actId="47"/>
        <pc:sldMkLst>
          <pc:docMk/>
          <pc:sldMk cId="1310340891" sldId="380"/>
        </pc:sldMkLst>
      </pc:sldChg>
      <pc:sldChg chg="addSp delSp modSp add del mod">
        <pc:chgData name="Rachaita Dutta" userId="f22006c0bb25b989" providerId="LiveId" clId="{C9CC4FF0-0674-4239-A695-D4BB51F3ACF6}" dt="2025-11-27T08:53:19.366" v="2677" actId="47"/>
        <pc:sldMkLst>
          <pc:docMk/>
          <pc:sldMk cId="2281302342" sldId="381"/>
        </pc:sldMkLst>
      </pc:sldChg>
      <pc:sldChg chg="addSp delSp modSp add del mod">
        <pc:chgData name="Rachaita Dutta" userId="f22006c0bb25b989" providerId="LiveId" clId="{C9CC4FF0-0674-4239-A695-D4BB51F3ACF6}" dt="2025-11-27T08:53:19.554" v="2678" actId="47"/>
        <pc:sldMkLst>
          <pc:docMk/>
          <pc:sldMk cId="3457568452" sldId="382"/>
        </pc:sldMkLst>
      </pc:sldChg>
      <pc:sldChg chg="addSp delSp modSp add del mod">
        <pc:chgData name="Rachaita Dutta" userId="f22006c0bb25b989" providerId="LiveId" clId="{C9CC4FF0-0674-4239-A695-D4BB51F3ACF6}" dt="2025-11-27T08:53:19.720" v="2679" actId="47"/>
        <pc:sldMkLst>
          <pc:docMk/>
          <pc:sldMk cId="490815566" sldId="383"/>
        </pc:sldMkLst>
      </pc:sldChg>
      <pc:sldChg chg="addSp delSp modSp add del mod">
        <pc:chgData name="Rachaita Dutta" userId="f22006c0bb25b989" providerId="LiveId" clId="{C9CC4FF0-0674-4239-A695-D4BB51F3ACF6}" dt="2025-11-27T08:53:19.933" v="2680" actId="47"/>
        <pc:sldMkLst>
          <pc:docMk/>
          <pc:sldMk cId="3064977843" sldId="384"/>
        </pc:sldMkLst>
      </pc:sldChg>
      <pc:sldChg chg="addSp delSp modSp add del mod">
        <pc:chgData name="Rachaita Dutta" userId="f22006c0bb25b989" providerId="LiveId" clId="{C9CC4FF0-0674-4239-A695-D4BB51F3ACF6}" dt="2025-11-27T08:53:20.101" v="2681" actId="47"/>
        <pc:sldMkLst>
          <pc:docMk/>
          <pc:sldMk cId="2523465523" sldId="386"/>
        </pc:sldMkLst>
      </pc:sldChg>
      <pc:sldChg chg="addSp delSp modSp add del mod">
        <pc:chgData name="Rachaita Dutta" userId="f22006c0bb25b989" providerId="LiveId" clId="{C9CC4FF0-0674-4239-A695-D4BB51F3ACF6}" dt="2025-11-27T08:53:20.277" v="2682" actId="47"/>
        <pc:sldMkLst>
          <pc:docMk/>
          <pc:sldMk cId="158910036" sldId="392"/>
        </pc:sldMkLst>
      </pc:sldChg>
      <pc:sldChg chg="addSp delSp modSp add del mod">
        <pc:chgData name="Rachaita Dutta" userId="f22006c0bb25b989" providerId="LiveId" clId="{C9CC4FF0-0674-4239-A695-D4BB51F3ACF6}" dt="2025-11-27T08:53:20.611" v="2683" actId="47"/>
        <pc:sldMkLst>
          <pc:docMk/>
          <pc:sldMk cId="776659998" sldId="393"/>
        </pc:sldMkLst>
      </pc:sldChg>
      <pc:sldChg chg="addSp delSp modSp add del mod">
        <pc:chgData name="Rachaita Dutta" userId="f22006c0bb25b989" providerId="LiveId" clId="{C9CC4FF0-0674-4239-A695-D4BB51F3ACF6}" dt="2025-11-27T08:53:20.874" v="2684" actId="47"/>
        <pc:sldMkLst>
          <pc:docMk/>
          <pc:sldMk cId="1087304197" sldId="394"/>
        </pc:sldMkLst>
      </pc:sldChg>
      <pc:sldChg chg="addSp delSp modSp add del mod">
        <pc:chgData name="Rachaita Dutta" userId="f22006c0bb25b989" providerId="LiveId" clId="{C9CC4FF0-0674-4239-A695-D4BB51F3ACF6}" dt="2025-11-27T08:53:21.048" v="2685" actId="47"/>
        <pc:sldMkLst>
          <pc:docMk/>
          <pc:sldMk cId="1282837977" sldId="395"/>
        </pc:sldMkLst>
      </pc:sldChg>
      <pc:sldChg chg="addSp delSp modSp add del mod">
        <pc:chgData name="Rachaita Dutta" userId="f22006c0bb25b989" providerId="LiveId" clId="{C9CC4FF0-0674-4239-A695-D4BB51F3ACF6}" dt="2025-11-27T08:53:21.254" v="2686" actId="47"/>
        <pc:sldMkLst>
          <pc:docMk/>
          <pc:sldMk cId="1194146222" sldId="396"/>
        </pc:sldMkLst>
      </pc:sldChg>
      <pc:sldChg chg="addSp delSp modSp add del mod">
        <pc:chgData name="Rachaita Dutta" userId="f22006c0bb25b989" providerId="LiveId" clId="{C9CC4FF0-0674-4239-A695-D4BB51F3ACF6}" dt="2025-11-27T08:53:21.439" v="2687" actId="47"/>
        <pc:sldMkLst>
          <pc:docMk/>
          <pc:sldMk cId="394349261" sldId="397"/>
        </pc:sldMkLst>
      </pc:sldChg>
      <pc:sldChg chg="addSp delSp modSp add del mod">
        <pc:chgData name="Rachaita Dutta" userId="f22006c0bb25b989" providerId="LiveId" clId="{C9CC4FF0-0674-4239-A695-D4BB51F3ACF6}" dt="2025-11-27T08:53:21.627" v="2688" actId="47"/>
        <pc:sldMkLst>
          <pc:docMk/>
          <pc:sldMk cId="871640958" sldId="398"/>
        </pc:sldMkLst>
      </pc:sldChg>
      <pc:sldChg chg="addSp delSp modSp add del mod">
        <pc:chgData name="Rachaita Dutta" userId="f22006c0bb25b989" providerId="LiveId" clId="{C9CC4FF0-0674-4239-A695-D4BB51F3ACF6}" dt="2025-11-27T08:53:21.834" v="2689" actId="47"/>
        <pc:sldMkLst>
          <pc:docMk/>
          <pc:sldMk cId="464766883" sldId="399"/>
        </pc:sldMkLst>
      </pc:sldChg>
      <pc:sldChg chg="addSp delSp modSp add del mod">
        <pc:chgData name="Rachaita Dutta" userId="f22006c0bb25b989" providerId="LiveId" clId="{C9CC4FF0-0674-4239-A695-D4BB51F3ACF6}" dt="2025-11-27T08:53:22.039" v="2690" actId="47"/>
        <pc:sldMkLst>
          <pc:docMk/>
          <pc:sldMk cId="2011237606" sldId="400"/>
        </pc:sldMkLst>
      </pc:sldChg>
      <pc:sldChg chg="addSp delSp modSp add del mod">
        <pc:chgData name="Rachaita Dutta" userId="f22006c0bb25b989" providerId="LiveId" clId="{C9CC4FF0-0674-4239-A695-D4BB51F3ACF6}" dt="2025-11-27T08:53:22.230" v="2691" actId="47"/>
        <pc:sldMkLst>
          <pc:docMk/>
          <pc:sldMk cId="2026866956" sldId="401"/>
        </pc:sldMkLst>
      </pc:sldChg>
      <pc:sldChg chg="addSp delSp modSp add del mod">
        <pc:chgData name="Rachaita Dutta" userId="f22006c0bb25b989" providerId="LiveId" clId="{C9CC4FF0-0674-4239-A695-D4BB51F3ACF6}" dt="2025-11-27T08:53:22.445" v="2692" actId="47"/>
        <pc:sldMkLst>
          <pc:docMk/>
          <pc:sldMk cId="3241857433" sldId="402"/>
        </pc:sldMkLst>
      </pc:sldChg>
      <pc:sldChg chg="addSp delSp modSp add del mod">
        <pc:chgData name="Rachaita Dutta" userId="f22006c0bb25b989" providerId="LiveId" clId="{C9CC4FF0-0674-4239-A695-D4BB51F3ACF6}" dt="2025-11-27T08:53:22.688" v="2693" actId="47"/>
        <pc:sldMkLst>
          <pc:docMk/>
          <pc:sldMk cId="3881135319" sldId="403"/>
        </pc:sldMkLst>
        <pc:picChg chg="add mod">
          <ac:chgData name="Rachaita Dutta" userId="f22006c0bb25b989" providerId="LiveId" clId="{C9CC4FF0-0674-4239-A695-D4BB51F3ACF6}" dt="2025-11-18T10:19:15.803" v="2616" actId="14100"/>
          <ac:picMkLst>
            <pc:docMk/>
            <pc:sldMk cId="3881135319" sldId="403"/>
            <ac:picMk id="3" creationId="{8DDE21BE-9818-174B-43E5-9E4373AB8052}"/>
          </ac:picMkLst>
        </pc:picChg>
      </pc:sldChg>
      <pc:sldChg chg="addSp delSp modSp add del mod">
        <pc:chgData name="Rachaita Dutta" userId="f22006c0bb25b989" providerId="LiveId" clId="{C9CC4FF0-0674-4239-A695-D4BB51F3ACF6}" dt="2025-11-27T08:53:22.840" v="2694" actId="47"/>
        <pc:sldMkLst>
          <pc:docMk/>
          <pc:sldMk cId="29741186" sldId="404"/>
        </pc:sldMkLst>
        <pc:picChg chg="add mod">
          <ac:chgData name="Rachaita Dutta" userId="f22006c0bb25b989" providerId="LiveId" clId="{C9CC4FF0-0674-4239-A695-D4BB51F3ACF6}" dt="2025-11-18T10:19:36.862" v="2622" actId="14100"/>
          <ac:picMkLst>
            <pc:docMk/>
            <pc:sldMk cId="29741186" sldId="404"/>
            <ac:picMk id="3" creationId="{2793623E-7A81-1E17-A54D-0DA2670197A9}"/>
          </ac:picMkLst>
        </pc:picChg>
      </pc:sldChg>
      <pc:sldChg chg="addSp delSp modSp add del mod">
        <pc:chgData name="Rachaita Dutta" userId="f22006c0bb25b989" providerId="LiveId" clId="{C9CC4FF0-0674-4239-A695-D4BB51F3ACF6}" dt="2025-11-27T08:53:23.015" v="2695" actId="47"/>
        <pc:sldMkLst>
          <pc:docMk/>
          <pc:sldMk cId="1835018678" sldId="405"/>
        </pc:sldMkLst>
        <pc:picChg chg="add mod">
          <ac:chgData name="Rachaita Dutta" userId="f22006c0bb25b989" providerId="LiveId" clId="{C9CC4FF0-0674-4239-A695-D4BB51F3ACF6}" dt="2025-11-18T10:20:04.782" v="2628" actId="14100"/>
          <ac:picMkLst>
            <pc:docMk/>
            <pc:sldMk cId="1835018678" sldId="405"/>
            <ac:picMk id="3" creationId="{993B2CD9-A010-349E-167A-E244E1B58850}"/>
          </ac:picMkLst>
        </pc:picChg>
      </pc:sldChg>
      <pc:sldChg chg="addSp delSp modSp add del mod">
        <pc:chgData name="Rachaita Dutta" userId="f22006c0bb25b989" providerId="LiveId" clId="{C9CC4FF0-0674-4239-A695-D4BB51F3ACF6}" dt="2025-11-27T08:53:23.204" v="2696" actId="47"/>
        <pc:sldMkLst>
          <pc:docMk/>
          <pc:sldMk cId="1586140041" sldId="406"/>
        </pc:sldMkLst>
        <pc:picChg chg="add mod">
          <ac:chgData name="Rachaita Dutta" userId="f22006c0bb25b989" providerId="LiveId" clId="{C9CC4FF0-0674-4239-A695-D4BB51F3ACF6}" dt="2025-11-18T10:20:35.048" v="2634" actId="14100"/>
          <ac:picMkLst>
            <pc:docMk/>
            <pc:sldMk cId="1586140041" sldId="406"/>
            <ac:picMk id="3" creationId="{EE7F28E2-2E55-DF29-94A7-D920D718C759}"/>
          </ac:picMkLst>
        </pc:picChg>
      </pc:sldChg>
      <pc:sldChg chg="addSp delSp modSp add del mod">
        <pc:chgData name="Rachaita Dutta" userId="f22006c0bb25b989" providerId="LiveId" clId="{C9CC4FF0-0674-4239-A695-D4BB51F3ACF6}" dt="2025-11-27T08:53:23.352" v="2697" actId="47"/>
        <pc:sldMkLst>
          <pc:docMk/>
          <pc:sldMk cId="712716599" sldId="407"/>
        </pc:sldMkLst>
        <pc:picChg chg="add mod">
          <ac:chgData name="Rachaita Dutta" userId="f22006c0bb25b989" providerId="LiveId" clId="{C9CC4FF0-0674-4239-A695-D4BB51F3ACF6}" dt="2025-11-18T10:20:55.727" v="2640" actId="14100"/>
          <ac:picMkLst>
            <pc:docMk/>
            <pc:sldMk cId="712716599" sldId="407"/>
            <ac:picMk id="3" creationId="{35A1DC25-619E-E035-2EB4-EEC0FC275C9F}"/>
          </ac:picMkLst>
        </pc:picChg>
      </pc:sldChg>
      <pc:sldChg chg="addSp delSp modSp add mod">
        <pc:chgData name="Rachaita Dutta" userId="f22006c0bb25b989" providerId="LiveId" clId="{C9CC4FF0-0674-4239-A695-D4BB51F3ACF6}" dt="2025-11-27T08:54:04.960" v="2747" actId="478"/>
        <pc:sldMkLst>
          <pc:docMk/>
          <pc:sldMk cId="1227326848" sldId="408"/>
        </pc:sldMkLst>
        <pc:graphicFrameChg chg="add del mod">
          <ac:chgData name="Rachaita Dutta" userId="f22006c0bb25b989" providerId="LiveId" clId="{C9CC4FF0-0674-4239-A695-D4BB51F3ACF6}" dt="2025-11-27T08:54:04.960" v="2747" actId="478"/>
          <ac:graphicFrameMkLst>
            <pc:docMk/>
            <pc:sldMk cId="1227326848" sldId="408"/>
            <ac:graphicFrameMk id="5" creationId="{73637B3E-9074-CF72-049E-F0469360F119}"/>
          </ac:graphicFrameMkLst>
        </pc:graphicFrameChg>
        <pc:picChg chg="add del mod">
          <ac:chgData name="Rachaita Dutta" userId="f22006c0bb25b989" providerId="LiveId" clId="{C9CC4FF0-0674-4239-A695-D4BB51F3ACF6}" dt="2025-11-27T08:53:25.412" v="2698" actId="478"/>
          <ac:picMkLst>
            <pc:docMk/>
            <pc:sldMk cId="1227326848" sldId="408"/>
            <ac:picMk id="3" creationId="{FFB583C7-4D13-C3B1-682B-5D4A0D8CFB87}"/>
          </ac:picMkLst>
        </pc:picChg>
        <pc:picChg chg="add mod">
          <ac:chgData name="Rachaita Dutta" userId="f22006c0bb25b989" providerId="LiveId" clId="{C9CC4FF0-0674-4239-A695-D4BB51F3ACF6}" dt="2025-11-27T08:53:58.368" v="2745" actId="14100"/>
          <ac:picMkLst>
            <pc:docMk/>
            <pc:sldMk cId="1227326848" sldId="408"/>
            <ac:picMk id="4" creationId="{DBB580C9-AE4F-F598-D31C-A45F8F3AF04E}"/>
          </ac:picMkLst>
        </pc:picChg>
      </pc:sldChg>
      <pc:sldChg chg="addSp delSp modSp add mod">
        <pc:chgData name="Rachaita Dutta" userId="f22006c0bb25b989" providerId="LiveId" clId="{C9CC4FF0-0674-4239-A695-D4BB51F3ACF6}" dt="2025-11-27T08:54:29.251" v="2753" actId="14100"/>
        <pc:sldMkLst>
          <pc:docMk/>
          <pc:sldMk cId="878890401" sldId="409"/>
        </pc:sldMkLst>
        <pc:picChg chg="add mod">
          <ac:chgData name="Rachaita Dutta" userId="f22006c0bb25b989" providerId="LiveId" clId="{C9CC4FF0-0674-4239-A695-D4BB51F3ACF6}" dt="2025-11-27T08:54:29.251" v="2753" actId="14100"/>
          <ac:picMkLst>
            <pc:docMk/>
            <pc:sldMk cId="878890401" sldId="409"/>
            <ac:picMk id="3" creationId="{C10C0638-9ED1-4993-D7E6-DAF0DD9EF320}"/>
          </ac:picMkLst>
        </pc:picChg>
        <pc:picChg chg="del">
          <ac:chgData name="Rachaita Dutta" userId="f22006c0bb25b989" providerId="LiveId" clId="{C9CC4FF0-0674-4239-A695-D4BB51F3ACF6}" dt="2025-11-27T08:54:10.769" v="2749" actId="478"/>
          <ac:picMkLst>
            <pc:docMk/>
            <pc:sldMk cId="878890401" sldId="409"/>
            <ac:picMk id="4" creationId="{87E1FEEC-EB32-61C5-1750-E0189D93C781}"/>
          </ac:picMkLst>
        </pc:picChg>
      </pc:sldChg>
      <pc:sldChg chg="addSp delSp modSp add mod">
        <pc:chgData name="Rachaita Dutta" userId="f22006c0bb25b989" providerId="LiveId" clId="{C9CC4FF0-0674-4239-A695-D4BB51F3ACF6}" dt="2025-11-27T08:54:52.049" v="2760" actId="14100"/>
        <pc:sldMkLst>
          <pc:docMk/>
          <pc:sldMk cId="111151545" sldId="410"/>
        </pc:sldMkLst>
        <pc:picChg chg="add mod">
          <ac:chgData name="Rachaita Dutta" userId="f22006c0bb25b989" providerId="LiveId" clId="{C9CC4FF0-0674-4239-A695-D4BB51F3ACF6}" dt="2025-11-27T08:54:52.049" v="2760" actId="14100"/>
          <ac:picMkLst>
            <pc:docMk/>
            <pc:sldMk cId="111151545" sldId="410"/>
            <ac:picMk id="3" creationId="{FCEEAE79-94CE-CE61-1E08-D1E19CC31049}"/>
          </ac:picMkLst>
        </pc:picChg>
        <pc:picChg chg="del">
          <ac:chgData name="Rachaita Dutta" userId="f22006c0bb25b989" providerId="LiveId" clId="{C9CC4FF0-0674-4239-A695-D4BB51F3ACF6}" dt="2025-11-27T08:54:32.843" v="2755" actId="478"/>
          <ac:picMkLst>
            <pc:docMk/>
            <pc:sldMk cId="111151545" sldId="410"/>
            <ac:picMk id="4" creationId="{431FE399-7A63-A9D3-0199-99C593330977}"/>
          </ac:picMkLst>
        </pc:picChg>
      </pc:sldChg>
      <pc:sldChg chg="addSp delSp modSp add mod">
        <pc:chgData name="Rachaita Dutta" userId="f22006c0bb25b989" providerId="LiveId" clId="{C9CC4FF0-0674-4239-A695-D4BB51F3ACF6}" dt="2025-11-27T08:55:10.772" v="2766" actId="14100"/>
        <pc:sldMkLst>
          <pc:docMk/>
          <pc:sldMk cId="3904690110" sldId="411"/>
        </pc:sldMkLst>
        <pc:picChg chg="add mod">
          <ac:chgData name="Rachaita Dutta" userId="f22006c0bb25b989" providerId="LiveId" clId="{C9CC4FF0-0674-4239-A695-D4BB51F3ACF6}" dt="2025-11-27T08:55:10.772" v="2766" actId="14100"/>
          <ac:picMkLst>
            <pc:docMk/>
            <pc:sldMk cId="3904690110" sldId="411"/>
            <ac:picMk id="3" creationId="{56038F96-E92F-A23F-2B8C-A3E5CEE7A61A}"/>
          </ac:picMkLst>
        </pc:picChg>
        <pc:picChg chg="del">
          <ac:chgData name="Rachaita Dutta" userId="f22006c0bb25b989" providerId="LiveId" clId="{C9CC4FF0-0674-4239-A695-D4BB51F3ACF6}" dt="2025-11-27T08:54:55.424" v="2762" actId="478"/>
          <ac:picMkLst>
            <pc:docMk/>
            <pc:sldMk cId="3904690110" sldId="411"/>
            <ac:picMk id="4" creationId="{344D350F-445A-9F0D-E4F2-CF3C853137D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11/27/2025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F475-69FA-8FB3-3122-6788C6B3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1025A-6F67-B014-D407-4E45368C5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4A391-2B25-53D2-2E0F-5100F6E22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9927A-3549-D611-1465-7E77D5290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6250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B63C3-C777-11AA-48D7-283C9A88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2836D-2032-A1B3-313B-825317A8C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838E0-B5B9-485A-25EA-0A76BE32E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1E858-8FEC-6D2B-762A-F8B02B283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7849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43920-876F-40C4-DC97-E641C43A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47B45-601F-037F-09CB-33684290A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DC822-F395-E310-BB99-5C29DAC39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951B6-36DF-C9B1-977F-5E8D0B13F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7851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1CD23-C95A-F626-5913-1AF30429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FA12B-22B5-241B-974B-1D666F0AA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B6B58-237D-A4FB-2D67-4FF5215BF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76340-E3C4-E266-5919-C1AFCA435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7738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70" y="1841824"/>
            <a:ext cx="4748735" cy="5016188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42" y="2334664"/>
            <a:ext cx="2225670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" y="0"/>
            <a:ext cx="5880649" cy="6075135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2"/>
            <a:ext cx="5137691" cy="3723308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8" y="914400"/>
            <a:ext cx="10360151" cy="5029200"/>
          </a:xfrm>
        </p:spPr>
        <p:txBody>
          <a:bodyPr anchor="ctr"/>
          <a:lstStyle>
            <a:lvl1pPr algn="ctr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80443"/>
            <a:ext cx="5327858" cy="3001485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8" y="5597820"/>
            <a:ext cx="2430115" cy="1294335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1" y="3988571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8" y="914400"/>
            <a:ext cx="5641849" cy="5029200"/>
          </a:xfrm>
        </p:spPr>
        <p:txBody>
          <a:bodyPr anchor="ctr" anchorCtr="0"/>
          <a:lstStyle>
            <a:lvl1pPr algn="l">
              <a:defRPr sz="3203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8" y="1143012"/>
            <a:ext cx="4190998" cy="4679828"/>
          </a:xfrm>
        </p:spPr>
        <p:txBody>
          <a:bodyPr/>
          <a:lstStyle>
            <a:lvl1pPr marL="0" indent="0" algn="r">
              <a:buNone/>
              <a:defRPr sz="2394" cap="all" baseline="0"/>
            </a:lvl1pPr>
            <a:lvl2pPr marL="457013" indent="0" algn="r">
              <a:buNone/>
              <a:defRPr sz="1795">
                <a:latin typeface="+mj-lt"/>
              </a:defRPr>
            </a:lvl2pPr>
            <a:lvl3pPr marL="914036" indent="0" algn="r">
              <a:buNone/>
              <a:defRPr/>
            </a:lvl3pPr>
            <a:lvl4pPr marL="1371048" indent="0" algn="r">
              <a:buNone/>
              <a:defRPr/>
            </a:lvl4pPr>
            <a:lvl5pPr marL="1828071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>
              <a:lnSpc>
                <a:spcPct val="75000"/>
              </a:lnSpc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9" y="1875315"/>
            <a:ext cx="4727117" cy="499813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5" y="0"/>
            <a:ext cx="5324717" cy="6417735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3" y="0"/>
            <a:ext cx="4790058" cy="6587070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795"/>
            </a:lvl1pPr>
            <a:lvl2pPr marL="457013" indent="0">
              <a:buNone/>
              <a:defRPr sz="2804"/>
            </a:lvl2pPr>
            <a:lvl3pPr marL="914036" indent="0">
              <a:buNone/>
              <a:defRPr sz="2394"/>
            </a:lvl3pPr>
            <a:lvl4pPr marL="1371048" indent="0">
              <a:buNone/>
              <a:defRPr sz="1995"/>
            </a:lvl4pPr>
            <a:lvl5pPr marL="1828071" indent="0">
              <a:buNone/>
              <a:defRPr sz="1995"/>
            </a:lvl5pPr>
            <a:lvl6pPr marL="2285084" indent="0">
              <a:buNone/>
              <a:defRPr sz="1995"/>
            </a:lvl6pPr>
            <a:lvl7pPr marL="2742107" indent="0">
              <a:buNone/>
              <a:defRPr sz="1995"/>
            </a:lvl7pPr>
            <a:lvl8pPr marL="3199119" indent="0">
              <a:buNone/>
              <a:defRPr sz="1995"/>
            </a:lvl8pPr>
            <a:lvl9pPr marL="3656142" indent="0">
              <a:buNone/>
              <a:defRPr sz="19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0"/>
            <a:ext cx="5288935" cy="6858000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5" y="-26172"/>
            <a:ext cx="5273225" cy="1169183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0"/>
            <a:ext cx="4200862" cy="3685695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5"/>
          </a:xfrm>
        </p:spPr>
        <p:txBody>
          <a:bodyPr anchor="b"/>
          <a:lstStyle>
            <a:lvl1pPr>
              <a:lnSpc>
                <a:spcPct val="75000"/>
              </a:lnSpc>
              <a:defRPr sz="47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1995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5" y="4681725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394" b="0" cap="all" baseline="0"/>
            </a:lvl1pPr>
            <a:lvl2pPr>
              <a:defRPr sz="2394"/>
            </a:lvl2pPr>
            <a:lvl3pPr>
              <a:defRPr sz="2394"/>
            </a:lvl3pPr>
            <a:lvl4pPr>
              <a:defRPr sz="2394"/>
            </a:lvl4pPr>
            <a:lvl5pPr>
              <a:defRPr sz="2394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3" y="5010315"/>
            <a:ext cx="3307890" cy="1876020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8" y="4650285"/>
            <a:ext cx="1859769" cy="2207715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83" y="2130046"/>
            <a:ext cx="5509163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3" y="2039126"/>
            <a:ext cx="7150609" cy="3356573"/>
          </a:xfrm>
        </p:spPr>
        <p:txBody>
          <a:bodyPr>
            <a:normAutofit/>
          </a:bodyPr>
          <a:lstStyle>
            <a:lvl1pPr>
              <a:defRPr sz="1995"/>
            </a:lvl1pPr>
            <a:lvl2pPr>
              <a:defRPr sz="1795"/>
            </a:lvl2pPr>
            <a:lvl3pPr>
              <a:defRPr sz="1596"/>
            </a:lvl3pPr>
            <a:lvl4pPr>
              <a:defRPr sz="1397"/>
            </a:lvl4pPr>
            <a:lvl5pPr>
              <a:defRPr sz="139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0"/>
            <a:ext cx="3216357" cy="3480450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8" y="1618827"/>
            <a:ext cx="3154525" cy="5229818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0" y="2673015"/>
            <a:ext cx="1697024" cy="1898715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2476444" cy="337725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11"/>
            <a:ext cx="10360151" cy="2843783"/>
          </a:xfrm>
        </p:spPr>
        <p:txBody>
          <a:bodyPr anchor="b" anchorCtr="0"/>
          <a:lstStyle>
            <a:lvl1pPr algn="ctr">
              <a:defRPr sz="4799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7" y="3825889"/>
            <a:ext cx="8109771" cy="264477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94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3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9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5"/>
            <a:ext cx="4707470" cy="978195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501" y="0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12"/>
            <a:ext cx="12192000" cy="6800408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4" y="2039115"/>
            <a:ext cx="3364991" cy="3904485"/>
          </a:xfrm>
        </p:spPr>
        <p:txBody>
          <a:bodyPr>
            <a:normAutofit/>
          </a:bodyPr>
          <a:lstStyle>
            <a:lvl1pPr marL="228512" indent="-228512">
              <a:buFont typeface="+mj-lt"/>
              <a:buAutoNum type="arabicPeriod"/>
              <a:defRPr sz="1995"/>
            </a:lvl1pPr>
            <a:lvl2pPr marL="685524" indent="-457013">
              <a:spcBef>
                <a:spcPts val="998"/>
              </a:spcBef>
              <a:buFont typeface="+mj-lt"/>
              <a:buAutoNum type="alphaLcPeriod"/>
              <a:defRPr sz="1995"/>
            </a:lvl2pPr>
            <a:lvl3pPr marL="914036" indent="-457013">
              <a:spcBef>
                <a:spcPts val="998"/>
              </a:spcBef>
              <a:buFont typeface="+mj-lt"/>
              <a:buAutoNum type="arabicParenR"/>
              <a:defRPr sz="1995"/>
            </a:lvl3pPr>
            <a:lvl4pPr marL="1142547" indent="-457013">
              <a:spcBef>
                <a:spcPts val="998"/>
              </a:spcBef>
              <a:buFont typeface="+mj-lt"/>
              <a:buAutoNum type="alphaLcParenR"/>
              <a:defRPr sz="1995"/>
            </a:lvl4pPr>
            <a:lvl5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5"/>
            <a:ext cx="6537960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"/>
            <a:ext cx="4303817" cy="6100298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34" y="3184878"/>
            <a:ext cx="3027833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15"/>
            <a:ext cx="5650991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8" y="-20742"/>
            <a:ext cx="4589511" cy="6555023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199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52" y="-93863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28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12"/>
            <a:ext cx="3097831" cy="2532428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08"/>
            <a:ext cx="2816351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08"/>
            <a:ext cx="6949440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2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4" y="-30585"/>
            <a:ext cx="5047482" cy="6915255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039108"/>
            <a:ext cx="6729984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 cap="all" baseline="0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4" y="2039108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5"/>
            <a:ext cx="12192000" cy="3586575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1" y="11"/>
            <a:ext cx="5362677" cy="590063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3" y="2039119"/>
            <a:ext cx="10360025" cy="337413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2" y="3001414"/>
            <a:ext cx="3865902" cy="3856598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0"/>
            <a:ext cx="4267591" cy="2882745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72" y="1187809"/>
            <a:ext cx="1678578" cy="546056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 algn="l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60" y="914400"/>
            <a:ext cx="3867911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1995" cap="all" baseline="0"/>
            </a:lvl1pPr>
            <a:lvl2pPr marL="0" indent="0">
              <a:spcBef>
                <a:spcPts val="998"/>
              </a:spcBef>
              <a:buFont typeface="Courier New" panose="02070309020205020404" pitchFamily="49" charset="0"/>
              <a:buNone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5" y="4321740"/>
            <a:ext cx="1859769" cy="253626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4" y="6464817"/>
            <a:ext cx="987551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7" y="6464817"/>
            <a:ext cx="3438144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036" rtl="0" eaLnBrk="1" latinLnBrk="0" hangingPunct="1">
        <a:lnSpc>
          <a:spcPct val="90000"/>
        </a:lnSpc>
        <a:spcBef>
          <a:spcPct val="0"/>
        </a:spcBef>
        <a:buNone/>
        <a:defRPr sz="59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12" indent="-228512" algn="l" defTabSz="914036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804" kern="1200">
          <a:solidFill>
            <a:schemeClr val="tx1"/>
          </a:solidFill>
          <a:latin typeface="+mn-lt"/>
          <a:ea typeface="+mn-ea"/>
          <a:cs typeface="+mn-cs"/>
        </a:defRPr>
      </a:lvl1pPr>
      <a:lvl2pPr marL="685524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2547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0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6572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13595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70608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7631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3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7013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4036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8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8071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4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7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9119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56142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57" y="722410"/>
            <a:ext cx="10360151" cy="5029196"/>
          </a:xfrm>
        </p:spPr>
        <p:txBody>
          <a:bodyPr anchor="ctr"/>
          <a:lstStyle/>
          <a:p>
            <a:r>
              <a:rPr lang="en-US" sz="5397" dirty="0"/>
              <a:t>Dirty COW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6455A-6F8E-0423-2AA8-6DD043AC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B580C9-AE4F-F598-D31C-A45F8F3AF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8" y="374404"/>
            <a:ext cx="10674002" cy="589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2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404A-1DCF-E074-E16D-2FFABAD3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C0638-9ED1-4993-D7E6-DAF0DD9EF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46" y="441858"/>
            <a:ext cx="11314082" cy="594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90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9E3D-5EAB-C521-12A7-02E782FD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EAE79-94CE-CE61-1E08-D1E19CC31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22" y="301752"/>
            <a:ext cx="11250074" cy="615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1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C26C-A574-3203-B288-B33BBC7B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038F96-E92F-A23F-2B8C-A3E5CEE7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86" y="370872"/>
            <a:ext cx="11461149" cy="600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9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77" y="914434"/>
            <a:ext cx="3867917" cy="5029196"/>
          </a:xfrm>
        </p:spPr>
        <p:txBody>
          <a:bodyPr anchor="ctr"/>
          <a:lstStyle/>
          <a:p>
            <a:r>
              <a:rPr lang="en-US" dirty="0">
                <a:solidFill>
                  <a:srgbClr val="3366CC"/>
                </a:solidFill>
              </a:rPr>
              <a:t>Dr. Rachaita Dutta</a:t>
            </a:r>
          </a:p>
          <a:p>
            <a:r>
              <a:rPr lang="en-US" dirty="0">
                <a:solidFill>
                  <a:srgbClr val="3366CC"/>
                </a:solidFill>
              </a:rPr>
              <a:t>Assistant professor</a:t>
            </a:r>
          </a:p>
          <a:p>
            <a:r>
              <a:rPr lang="en-US" dirty="0">
                <a:solidFill>
                  <a:srgbClr val="3366CC"/>
                </a:solidFill>
              </a:rPr>
              <a:t>Dept. of </a:t>
            </a:r>
            <a:r>
              <a:rPr lang="en-US" dirty="0" err="1">
                <a:solidFill>
                  <a:srgbClr val="3366CC"/>
                </a:solidFill>
              </a:rPr>
              <a:t>mca</a:t>
            </a:r>
            <a:endParaRPr lang="en-US" dirty="0">
              <a:solidFill>
                <a:srgbClr val="3366CC"/>
              </a:solidFill>
            </a:endParaRPr>
          </a:p>
          <a:p>
            <a:pPr lvl="1"/>
            <a:r>
              <a:rPr lang="en-US" dirty="0">
                <a:solidFill>
                  <a:srgbClr val="3366CC"/>
                </a:solidFill>
              </a:rPr>
              <a:t>9007223301</a:t>
            </a:r>
          </a:p>
          <a:p>
            <a:pPr lvl="1"/>
            <a:r>
              <a:rPr lang="en-US" dirty="0">
                <a:solidFill>
                  <a:srgbClr val="3366CC"/>
                </a:solidFill>
              </a:rPr>
              <a:t>rachaitadutta@my.amrita.edu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{B98133CB-3674-4F35-B50A-DE48D38308D6}tf11964407_win32</Template>
  <TotalTime>28618</TotalTime>
  <Words>28</Words>
  <Application>Microsoft Office PowerPoint</Application>
  <PresentationFormat>Widescreen</PresentationFormat>
  <Paragraphs>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Gill Sans Nova Light</vt:lpstr>
      <vt:lpstr>Sagona Book</vt:lpstr>
      <vt:lpstr>Custom</vt:lpstr>
      <vt:lpstr>Dirty COW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Rachaita Dutta</dc:creator>
  <cp:lastModifiedBy>Rachaita Dutta</cp:lastModifiedBy>
  <cp:revision>1</cp:revision>
  <dcterms:created xsi:type="dcterms:W3CDTF">2025-07-21T05:05:59Z</dcterms:created>
  <dcterms:modified xsi:type="dcterms:W3CDTF">2025-11-27T08:55:11Z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