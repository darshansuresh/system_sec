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317" r:id="rId5"/>
    <p:sldId id="342" r:id="rId6"/>
    <p:sldId id="343" r:id="rId7"/>
    <p:sldId id="344" r:id="rId8"/>
    <p:sldId id="356" r:id="rId9"/>
    <p:sldId id="355" r:id="rId10"/>
    <p:sldId id="357" r:id="rId11"/>
    <p:sldId id="354" r:id="rId12"/>
    <p:sldId id="358" r:id="rId13"/>
    <p:sldId id="360" r:id="rId14"/>
    <p:sldId id="359" r:id="rId15"/>
    <p:sldId id="361" r:id="rId16"/>
    <p:sldId id="362" r:id="rId17"/>
    <p:sldId id="363" r:id="rId18"/>
    <p:sldId id="349" r:id="rId19"/>
    <p:sldId id="350" r:id="rId20"/>
    <p:sldId id="351" r:id="rId21"/>
    <p:sldId id="352" r:id="rId22"/>
    <p:sldId id="353" r:id="rId23"/>
    <p:sldId id="3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70D3"/>
    <a:srgbClr val="961289"/>
    <a:srgbClr val="442DEF"/>
    <a:srgbClr val="477D58"/>
    <a:srgbClr val="CE3665"/>
    <a:srgbClr val="A69516"/>
    <a:srgbClr val="2F913F"/>
    <a:srgbClr val="F0D614"/>
    <a:srgbClr val="7D0B47"/>
    <a:srgbClr val="4A88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F6C8A4-3419-4B82-A0ED-425808BA4093}" v="37" dt="2025-09-14T08:15:46.587"/>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70" d="100"/>
          <a:sy n="70" d="100"/>
        </p:scale>
        <p:origin x="536" y="60"/>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aita Dutta" userId="f22006c0bb25b989" providerId="LiveId" clId="{C9CC4FF0-0674-4239-A695-D4BB51F3ACF6}"/>
    <pc:docChg chg="undo custSel addSld delSld modSld">
      <pc:chgData name="Rachaita Dutta" userId="f22006c0bb25b989" providerId="LiveId" clId="{C9CC4FF0-0674-4239-A695-D4BB51F3ACF6}" dt="2025-09-14T08:15:58.119" v="481" actId="1076"/>
      <pc:docMkLst>
        <pc:docMk/>
      </pc:docMkLst>
      <pc:sldChg chg="del">
        <pc:chgData name="Rachaita Dutta" userId="f22006c0bb25b989" providerId="LiveId" clId="{C9CC4FF0-0674-4239-A695-D4BB51F3ACF6}" dt="2025-09-13T05:20:37.621" v="50" actId="47"/>
        <pc:sldMkLst>
          <pc:docMk/>
          <pc:sldMk cId="2222324472" sldId="308"/>
        </pc:sldMkLst>
      </pc:sldChg>
      <pc:sldChg chg="modSp mod">
        <pc:chgData name="Rachaita Dutta" userId="f22006c0bb25b989" providerId="LiveId" clId="{C9CC4FF0-0674-4239-A695-D4BB51F3ACF6}" dt="2025-09-13T05:20:28.021" v="49" actId="20577"/>
        <pc:sldMkLst>
          <pc:docMk/>
          <pc:sldMk cId="1338167130" sldId="317"/>
        </pc:sldMkLst>
        <pc:spChg chg="mod">
          <ac:chgData name="Rachaita Dutta" userId="f22006c0bb25b989" providerId="LiveId" clId="{C9CC4FF0-0674-4239-A695-D4BB51F3ACF6}" dt="2025-09-13T05:20:28.021" v="49" actId="20577"/>
          <ac:spMkLst>
            <pc:docMk/>
            <pc:sldMk cId="1338167130" sldId="317"/>
            <ac:spMk id="3" creationId="{B45A4A65-E8B8-40CF-7ABD-97EA8FA97521}"/>
          </ac:spMkLst>
        </pc:spChg>
      </pc:sldChg>
      <pc:sldChg chg="del">
        <pc:chgData name="Rachaita Dutta" userId="f22006c0bb25b989" providerId="LiveId" clId="{C9CC4FF0-0674-4239-A695-D4BB51F3ACF6}" dt="2025-09-13T05:20:41.455" v="55" actId="47"/>
        <pc:sldMkLst>
          <pc:docMk/>
          <pc:sldMk cId="710943388" sldId="321"/>
        </pc:sldMkLst>
      </pc:sldChg>
      <pc:sldChg chg="del">
        <pc:chgData name="Rachaita Dutta" userId="f22006c0bb25b989" providerId="LiveId" clId="{C9CC4FF0-0674-4239-A695-D4BB51F3ACF6}" dt="2025-09-13T05:20:37.637" v="51" actId="47"/>
        <pc:sldMkLst>
          <pc:docMk/>
          <pc:sldMk cId="1180625356" sldId="326"/>
        </pc:sldMkLst>
      </pc:sldChg>
      <pc:sldChg chg="del">
        <pc:chgData name="Rachaita Dutta" userId="f22006c0bb25b989" providerId="LiveId" clId="{C9CC4FF0-0674-4239-A695-D4BB51F3ACF6}" dt="2025-09-13T05:20:40.197" v="52" actId="47"/>
        <pc:sldMkLst>
          <pc:docMk/>
          <pc:sldMk cId="4279156665" sldId="327"/>
        </pc:sldMkLst>
      </pc:sldChg>
      <pc:sldChg chg="del">
        <pc:chgData name="Rachaita Dutta" userId="f22006c0bb25b989" providerId="LiveId" clId="{C9CC4FF0-0674-4239-A695-D4BB51F3ACF6}" dt="2025-09-13T05:20:40.741" v="53" actId="47"/>
        <pc:sldMkLst>
          <pc:docMk/>
          <pc:sldMk cId="3558364660" sldId="328"/>
        </pc:sldMkLst>
      </pc:sldChg>
      <pc:sldChg chg="del">
        <pc:chgData name="Rachaita Dutta" userId="f22006c0bb25b989" providerId="LiveId" clId="{C9CC4FF0-0674-4239-A695-D4BB51F3ACF6}" dt="2025-09-13T05:20:41.148" v="54" actId="47"/>
        <pc:sldMkLst>
          <pc:docMk/>
          <pc:sldMk cId="2747084965" sldId="329"/>
        </pc:sldMkLst>
      </pc:sldChg>
      <pc:sldChg chg="del">
        <pc:chgData name="Rachaita Dutta" userId="f22006c0bb25b989" providerId="LiveId" clId="{C9CC4FF0-0674-4239-A695-D4BB51F3ACF6}" dt="2025-09-13T05:20:41.637" v="56" actId="47"/>
        <pc:sldMkLst>
          <pc:docMk/>
          <pc:sldMk cId="1899234317" sldId="330"/>
        </pc:sldMkLst>
      </pc:sldChg>
      <pc:sldChg chg="del">
        <pc:chgData name="Rachaita Dutta" userId="f22006c0bb25b989" providerId="LiveId" clId="{C9CC4FF0-0674-4239-A695-D4BB51F3ACF6}" dt="2025-09-13T05:20:41.789" v="57" actId="47"/>
        <pc:sldMkLst>
          <pc:docMk/>
          <pc:sldMk cId="423037299" sldId="331"/>
        </pc:sldMkLst>
      </pc:sldChg>
      <pc:sldChg chg="del">
        <pc:chgData name="Rachaita Dutta" userId="f22006c0bb25b989" providerId="LiveId" clId="{C9CC4FF0-0674-4239-A695-D4BB51F3ACF6}" dt="2025-09-13T05:20:42.564" v="58" actId="47"/>
        <pc:sldMkLst>
          <pc:docMk/>
          <pc:sldMk cId="553079627" sldId="332"/>
        </pc:sldMkLst>
      </pc:sldChg>
      <pc:sldChg chg="del">
        <pc:chgData name="Rachaita Dutta" userId="f22006c0bb25b989" providerId="LiveId" clId="{C9CC4FF0-0674-4239-A695-D4BB51F3ACF6}" dt="2025-09-13T05:20:42.692" v="59" actId="47"/>
        <pc:sldMkLst>
          <pc:docMk/>
          <pc:sldMk cId="51637171" sldId="333"/>
        </pc:sldMkLst>
      </pc:sldChg>
      <pc:sldChg chg="del">
        <pc:chgData name="Rachaita Dutta" userId="f22006c0bb25b989" providerId="LiveId" clId="{C9CC4FF0-0674-4239-A695-D4BB51F3ACF6}" dt="2025-09-13T05:20:43.468" v="60" actId="47"/>
        <pc:sldMkLst>
          <pc:docMk/>
          <pc:sldMk cId="2106418936" sldId="334"/>
        </pc:sldMkLst>
      </pc:sldChg>
      <pc:sldChg chg="del">
        <pc:chgData name="Rachaita Dutta" userId="f22006c0bb25b989" providerId="LiveId" clId="{C9CC4FF0-0674-4239-A695-D4BB51F3ACF6}" dt="2025-09-13T05:20:43.801" v="61" actId="47"/>
        <pc:sldMkLst>
          <pc:docMk/>
          <pc:sldMk cId="895907780" sldId="335"/>
        </pc:sldMkLst>
      </pc:sldChg>
      <pc:sldChg chg="del">
        <pc:chgData name="Rachaita Dutta" userId="f22006c0bb25b989" providerId="LiveId" clId="{C9CC4FF0-0674-4239-A695-D4BB51F3ACF6}" dt="2025-09-13T05:20:44.330" v="62" actId="47"/>
        <pc:sldMkLst>
          <pc:docMk/>
          <pc:sldMk cId="4042798996" sldId="336"/>
        </pc:sldMkLst>
      </pc:sldChg>
      <pc:sldChg chg="del">
        <pc:chgData name="Rachaita Dutta" userId="f22006c0bb25b989" providerId="LiveId" clId="{C9CC4FF0-0674-4239-A695-D4BB51F3ACF6}" dt="2025-09-13T05:20:44.928" v="63" actId="47"/>
        <pc:sldMkLst>
          <pc:docMk/>
          <pc:sldMk cId="2740065160" sldId="337"/>
        </pc:sldMkLst>
      </pc:sldChg>
      <pc:sldChg chg="del">
        <pc:chgData name="Rachaita Dutta" userId="f22006c0bb25b989" providerId="LiveId" clId="{C9CC4FF0-0674-4239-A695-D4BB51F3ACF6}" dt="2025-09-13T05:20:45.380" v="64" actId="47"/>
        <pc:sldMkLst>
          <pc:docMk/>
          <pc:sldMk cId="3952391792" sldId="338"/>
        </pc:sldMkLst>
      </pc:sldChg>
      <pc:sldChg chg="del">
        <pc:chgData name="Rachaita Dutta" userId="f22006c0bb25b989" providerId="LiveId" clId="{C9CC4FF0-0674-4239-A695-D4BB51F3ACF6}" dt="2025-09-13T05:20:45.516" v="65" actId="47"/>
        <pc:sldMkLst>
          <pc:docMk/>
          <pc:sldMk cId="752718731" sldId="339"/>
        </pc:sldMkLst>
      </pc:sldChg>
      <pc:sldChg chg="del">
        <pc:chgData name="Rachaita Dutta" userId="f22006c0bb25b989" providerId="LiveId" clId="{C9CC4FF0-0674-4239-A695-D4BB51F3ACF6}" dt="2025-09-13T05:20:46.064" v="66" actId="47"/>
        <pc:sldMkLst>
          <pc:docMk/>
          <pc:sldMk cId="2139116331" sldId="340"/>
        </pc:sldMkLst>
      </pc:sldChg>
      <pc:sldChg chg="del">
        <pc:chgData name="Rachaita Dutta" userId="f22006c0bb25b989" providerId="LiveId" clId="{C9CC4FF0-0674-4239-A695-D4BB51F3ACF6}" dt="2025-09-13T05:20:46.400" v="67" actId="47"/>
        <pc:sldMkLst>
          <pc:docMk/>
          <pc:sldMk cId="66020857" sldId="341"/>
        </pc:sldMkLst>
      </pc:sldChg>
      <pc:sldChg chg="addSp delSp modSp mod delAnim">
        <pc:chgData name="Rachaita Dutta" userId="f22006c0bb25b989" providerId="LiveId" clId="{C9CC4FF0-0674-4239-A695-D4BB51F3ACF6}" dt="2025-09-13T09:40:15.738" v="104" actId="14100"/>
        <pc:sldMkLst>
          <pc:docMk/>
          <pc:sldMk cId="1276066728" sldId="342"/>
        </pc:sldMkLst>
        <pc:spChg chg="add mod">
          <ac:chgData name="Rachaita Dutta" userId="f22006c0bb25b989" providerId="LiveId" clId="{C9CC4FF0-0674-4239-A695-D4BB51F3ACF6}" dt="2025-09-13T09:39:34.874" v="100" actId="1076"/>
          <ac:spMkLst>
            <pc:docMk/>
            <pc:sldMk cId="1276066728" sldId="342"/>
            <ac:spMk id="5" creationId="{63DDDC89-2BF3-F626-00F6-1334C5EBE47E}"/>
          </ac:spMkLst>
        </pc:spChg>
        <pc:spChg chg="del">
          <ac:chgData name="Rachaita Dutta" userId="f22006c0bb25b989" providerId="LiveId" clId="{C9CC4FF0-0674-4239-A695-D4BB51F3ACF6}" dt="2025-09-13T09:34:29.344" v="68" actId="478"/>
          <ac:spMkLst>
            <pc:docMk/>
            <pc:sldMk cId="1276066728" sldId="342"/>
            <ac:spMk id="8" creationId="{3799D5AE-AB67-8DE6-CED2-96A57B6D6365}"/>
          </ac:spMkLst>
        </pc:spChg>
        <pc:picChg chg="add mod">
          <ac:chgData name="Rachaita Dutta" userId="f22006c0bb25b989" providerId="LiveId" clId="{C9CC4FF0-0674-4239-A695-D4BB51F3ACF6}" dt="2025-09-13T09:40:15.738" v="104" actId="14100"/>
          <ac:picMkLst>
            <pc:docMk/>
            <pc:sldMk cId="1276066728" sldId="342"/>
            <ac:picMk id="2" creationId="{4BC84DE5-039D-873D-918C-A2BA2DD7AFDD}"/>
          </ac:picMkLst>
        </pc:picChg>
        <pc:cxnChg chg="del">
          <ac:chgData name="Rachaita Dutta" userId="f22006c0bb25b989" providerId="LiveId" clId="{C9CC4FF0-0674-4239-A695-D4BB51F3ACF6}" dt="2025-09-13T09:34:31.733" v="69" actId="478"/>
          <ac:cxnSpMkLst>
            <pc:docMk/>
            <pc:sldMk cId="1276066728" sldId="342"/>
            <ac:cxnSpMk id="4" creationId="{0A461818-C833-A0C2-A101-6D767913EA6D}"/>
          </ac:cxnSpMkLst>
        </pc:cxnChg>
      </pc:sldChg>
      <pc:sldChg chg="addSp delSp modSp mod">
        <pc:chgData name="Rachaita Dutta" userId="f22006c0bb25b989" providerId="LiveId" clId="{C9CC4FF0-0674-4239-A695-D4BB51F3ACF6}" dt="2025-09-13T17:02:59.014" v="198" actId="1076"/>
        <pc:sldMkLst>
          <pc:docMk/>
          <pc:sldMk cId="2604850631" sldId="343"/>
        </pc:sldMkLst>
        <pc:spChg chg="mod">
          <ac:chgData name="Rachaita Dutta" userId="f22006c0bb25b989" providerId="LiveId" clId="{C9CC4FF0-0674-4239-A695-D4BB51F3ACF6}" dt="2025-09-13T10:24:25.178" v="178" actId="20577"/>
          <ac:spMkLst>
            <pc:docMk/>
            <pc:sldMk cId="2604850631" sldId="343"/>
            <ac:spMk id="6" creationId="{B61392FA-9AA0-EA73-8C21-CEB5FB42860E}"/>
          </ac:spMkLst>
        </pc:spChg>
        <pc:picChg chg="add del mod">
          <ac:chgData name="Rachaita Dutta" userId="f22006c0bb25b989" providerId="LiveId" clId="{C9CC4FF0-0674-4239-A695-D4BB51F3ACF6}" dt="2025-09-13T17:02:59.014" v="198" actId="1076"/>
          <ac:picMkLst>
            <pc:docMk/>
            <pc:sldMk cId="2604850631" sldId="343"/>
            <ac:picMk id="3" creationId="{A9313177-6717-4347-947B-932E4EFA0F5F}"/>
          </ac:picMkLst>
        </pc:picChg>
      </pc:sldChg>
      <pc:sldChg chg="del">
        <pc:chgData name="Rachaita Dutta" userId="f22006c0bb25b989" providerId="LiveId" clId="{C9CC4FF0-0674-4239-A695-D4BB51F3ACF6}" dt="2025-09-13T10:24:45.860" v="179" actId="47"/>
        <pc:sldMkLst>
          <pc:docMk/>
          <pc:sldMk cId="1243061524" sldId="345"/>
        </pc:sldMkLst>
      </pc:sldChg>
      <pc:sldChg chg="del">
        <pc:chgData name="Rachaita Dutta" userId="f22006c0bb25b989" providerId="LiveId" clId="{C9CC4FF0-0674-4239-A695-D4BB51F3ACF6}" dt="2025-09-13T10:24:51.476" v="180" actId="47"/>
        <pc:sldMkLst>
          <pc:docMk/>
          <pc:sldMk cId="3533758584" sldId="346"/>
        </pc:sldMkLst>
      </pc:sldChg>
      <pc:sldChg chg="del">
        <pc:chgData name="Rachaita Dutta" userId="f22006c0bb25b989" providerId="LiveId" clId="{C9CC4FF0-0674-4239-A695-D4BB51F3ACF6}" dt="2025-09-13T10:24:55.480" v="181" actId="47"/>
        <pc:sldMkLst>
          <pc:docMk/>
          <pc:sldMk cId="240184579" sldId="347"/>
        </pc:sldMkLst>
      </pc:sldChg>
      <pc:sldChg chg="del">
        <pc:chgData name="Rachaita Dutta" userId="f22006c0bb25b989" providerId="LiveId" clId="{C9CC4FF0-0674-4239-A695-D4BB51F3ACF6}" dt="2025-09-13T10:25:02.186" v="182" actId="47"/>
        <pc:sldMkLst>
          <pc:docMk/>
          <pc:sldMk cId="4283436009" sldId="348"/>
        </pc:sldMkLst>
      </pc:sldChg>
      <pc:sldChg chg="addSp delSp modSp new mod">
        <pc:chgData name="Rachaita Dutta" userId="f22006c0bb25b989" providerId="LiveId" clId="{C9CC4FF0-0674-4239-A695-D4BB51F3ACF6}" dt="2025-09-13T10:01:45.896" v="145" actId="1037"/>
        <pc:sldMkLst>
          <pc:docMk/>
          <pc:sldMk cId="2347283957" sldId="349"/>
        </pc:sldMkLst>
        <pc:spChg chg="del">
          <ac:chgData name="Rachaita Dutta" userId="f22006c0bb25b989" providerId="LiveId" clId="{C9CC4FF0-0674-4239-A695-D4BB51F3ACF6}" dt="2025-09-13T10:00:45.235" v="129" actId="478"/>
          <ac:spMkLst>
            <pc:docMk/>
            <pc:sldMk cId="2347283957" sldId="349"/>
            <ac:spMk id="2" creationId="{BF6908E3-1D16-7961-AF74-2DA99B5FF012}"/>
          </ac:spMkLst>
        </pc:spChg>
        <pc:spChg chg="del">
          <ac:chgData name="Rachaita Dutta" userId="f22006c0bb25b989" providerId="LiveId" clId="{C9CC4FF0-0674-4239-A695-D4BB51F3ACF6}" dt="2025-09-13T10:00:41.740" v="128" actId="478"/>
          <ac:spMkLst>
            <pc:docMk/>
            <pc:sldMk cId="2347283957" sldId="349"/>
            <ac:spMk id="3" creationId="{69998C59-B450-C3D1-5E83-9F10AFD7244A}"/>
          </ac:spMkLst>
        </pc:spChg>
        <pc:spChg chg="del">
          <ac:chgData name="Rachaita Dutta" userId="f22006c0bb25b989" providerId="LiveId" clId="{C9CC4FF0-0674-4239-A695-D4BB51F3ACF6}" dt="2025-09-13T10:00:48.421" v="130" actId="478"/>
          <ac:spMkLst>
            <pc:docMk/>
            <pc:sldMk cId="2347283957" sldId="349"/>
            <ac:spMk id="4" creationId="{A31A50F2-4AEA-B299-AC25-AA04B12DFD78}"/>
          </ac:spMkLst>
        </pc:spChg>
        <pc:spChg chg="del">
          <ac:chgData name="Rachaita Dutta" userId="f22006c0bb25b989" providerId="LiveId" clId="{C9CC4FF0-0674-4239-A695-D4BB51F3ACF6}" dt="2025-09-13T10:00:53.510" v="131" actId="478"/>
          <ac:spMkLst>
            <pc:docMk/>
            <pc:sldMk cId="2347283957" sldId="349"/>
            <ac:spMk id="5" creationId="{25C69C70-EC36-11EA-75EE-391EF0205278}"/>
          </ac:spMkLst>
        </pc:spChg>
        <pc:picChg chg="add mod">
          <ac:chgData name="Rachaita Dutta" userId="f22006c0bb25b989" providerId="LiveId" clId="{C9CC4FF0-0674-4239-A695-D4BB51F3ACF6}" dt="2025-09-13T10:01:45.896" v="145" actId="1037"/>
          <ac:picMkLst>
            <pc:docMk/>
            <pc:sldMk cId="2347283957" sldId="349"/>
            <ac:picMk id="7" creationId="{7B604ED2-0BBC-6115-38F5-9035B00EC4A2}"/>
          </ac:picMkLst>
        </pc:picChg>
      </pc:sldChg>
      <pc:sldChg chg="del">
        <pc:chgData name="Rachaita Dutta" userId="f22006c0bb25b989" providerId="LiveId" clId="{C9CC4FF0-0674-4239-A695-D4BB51F3ACF6}" dt="2025-09-13T10:00:21.485" v="109" actId="47"/>
        <pc:sldMkLst>
          <pc:docMk/>
          <pc:sldMk cId="3451658131" sldId="349"/>
        </pc:sldMkLst>
      </pc:sldChg>
      <pc:sldChg chg="addSp delSp modSp new mod">
        <pc:chgData name="Rachaita Dutta" userId="f22006c0bb25b989" providerId="LiveId" clId="{C9CC4FF0-0674-4239-A695-D4BB51F3ACF6}" dt="2025-09-13T10:02:11.816" v="151" actId="14100"/>
        <pc:sldMkLst>
          <pc:docMk/>
          <pc:sldMk cId="3574400542" sldId="350"/>
        </pc:sldMkLst>
        <pc:spChg chg="del">
          <ac:chgData name="Rachaita Dutta" userId="f22006c0bb25b989" providerId="LiveId" clId="{C9CC4FF0-0674-4239-A695-D4BB51F3ACF6}" dt="2025-09-13T10:01:33.682" v="141" actId="478"/>
          <ac:spMkLst>
            <pc:docMk/>
            <pc:sldMk cId="3574400542" sldId="350"/>
            <ac:spMk id="2" creationId="{4634A5D6-A4BE-CCCF-A1E9-9DB4BB221EAC}"/>
          </ac:spMkLst>
        </pc:spChg>
        <pc:spChg chg="del">
          <ac:chgData name="Rachaita Dutta" userId="f22006c0bb25b989" providerId="LiveId" clId="{C9CC4FF0-0674-4239-A695-D4BB51F3ACF6}" dt="2025-09-13T10:01:35.608" v="142" actId="478"/>
          <ac:spMkLst>
            <pc:docMk/>
            <pc:sldMk cId="3574400542" sldId="350"/>
            <ac:spMk id="3" creationId="{B8383287-895F-9706-7DD8-A65CF6FA488F}"/>
          </ac:spMkLst>
        </pc:spChg>
        <pc:spChg chg="del">
          <ac:chgData name="Rachaita Dutta" userId="f22006c0bb25b989" providerId="LiveId" clId="{C9CC4FF0-0674-4239-A695-D4BB51F3ACF6}" dt="2025-09-13T10:01:38.179" v="143" actId="478"/>
          <ac:spMkLst>
            <pc:docMk/>
            <pc:sldMk cId="3574400542" sldId="350"/>
            <ac:spMk id="4" creationId="{631AF016-331E-DCEF-D6E6-E76FEFC55A92}"/>
          </ac:spMkLst>
        </pc:spChg>
        <pc:spChg chg="del">
          <ac:chgData name="Rachaita Dutta" userId="f22006c0bb25b989" providerId="LiveId" clId="{C9CC4FF0-0674-4239-A695-D4BB51F3ACF6}" dt="2025-09-13T10:01:41.156" v="144" actId="478"/>
          <ac:spMkLst>
            <pc:docMk/>
            <pc:sldMk cId="3574400542" sldId="350"/>
            <ac:spMk id="5" creationId="{FC030B52-A3FD-B166-19E0-762902AB6783}"/>
          </ac:spMkLst>
        </pc:spChg>
        <pc:picChg chg="add mod">
          <ac:chgData name="Rachaita Dutta" userId="f22006c0bb25b989" providerId="LiveId" clId="{C9CC4FF0-0674-4239-A695-D4BB51F3ACF6}" dt="2025-09-13T10:02:11.816" v="151" actId="14100"/>
          <ac:picMkLst>
            <pc:docMk/>
            <pc:sldMk cId="3574400542" sldId="350"/>
            <ac:picMk id="7" creationId="{5DE46A34-1EF9-28D3-0EB7-094C6AB4FA09}"/>
          </ac:picMkLst>
        </pc:picChg>
      </pc:sldChg>
      <pc:sldChg chg="del">
        <pc:chgData name="Rachaita Dutta" userId="f22006c0bb25b989" providerId="LiveId" clId="{C9CC4FF0-0674-4239-A695-D4BB51F3ACF6}" dt="2025-09-13T10:00:23.188" v="110" actId="47"/>
        <pc:sldMkLst>
          <pc:docMk/>
          <pc:sldMk cId="3859169803" sldId="350"/>
        </pc:sldMkLst>
      </pc:sldChg>
      <pc:sldChg chg="del">
        <pc:chgData name="Rachaita Dutta" userId="f22006c0bb25b989" providerId="LiveId" clId="{C9CC4FF0-0674-4239-A695-D4BB51F3ACF6}" dt="2025-09-13T10:00:23.533" v="111" actId="47"/>
        <pc:sldMkLst>
          <pc:docMk/>
          <pc:sldMk cId="1839402328" sldId="351"/>
        </pc:sldMkLst>
      </pc:sldChg>
      <pc:sldChg chg="addSp delSp modSp add mod">
        <pc:chgData name="Rachaita Dutta" userId="f22006c0bb25b989" providerId="LiveId" clId="{C9CC4FF0-0674-4239-A695-D4BB51F3ACF6}" dt="2025-09-13T10:21:48.911" v="157" actId="14100"/>
        <pc:sldMkLst>
          <pc:docMk/>
          <pc:sldMk cId="2358913351" sldId="351"/>
        </pc:sldMkLst>
        <pc:picChg chg="add mod">
          <ac:chgData name="Rachaita Dutta" userId="f22006c0bb25b989" providerId="LiveId" clId="{C9CC4FF0-0674-4239-A695-D4BB51F3ACF6}" dt="2025-09-13T10:21:48.911" v="157" actId="14100"/>
          <ac:picMkLst>
            <pc:docMk/>
            <pc:sldMk cId="2358913351" sldId="351"/>
            <ac:picMk id="3" creationId="{5C4C1AEB-896B-7381-0569-E4DA3FECFA7D}"/>
          </ac:picMkLst>
        </pc:picChg>
        <pc:picChg chg="del">
          <ac:chgData name="Rachaita Dutta" userId="f22006c0bb25b989" providerId="LiveId" clId="{C9CC4FF0-0674-4239-A695-D4BB51F3ACF6}" dt="2025-09-13T10:12:08.087" v="153" actId="478"/>
          <ac:picMkLst>
            <pc:docMk/>
            <pc:sldMk cId="2358913351" sldId="351"/>
            <ac:picMk id="7" creationId="{0E849E69-2DED-0E23-4CBF-0BE83C867136}"/>
          </ac:picMkLst>
        </pc:picChg>
      </pc:sldChg>
      <pc:sldChg chg="del">
        <pc:chgData name="Rachaita Dutta" userId="f22006c0bb25b989" providerId="LiveId" clId="{C9CC4FF0-0674-4239-A695-D4BB51F3ACF6}" dt="2025-09-13T10:00:24.432" v="112" actId="47"/>
        <pc:sldMkLst>
          <pc:docMk/>
          <pc:sldMk cId="930711633" sldId="352"/>
        </pc:sldMkLst>
      </pc:sldChg>
      <pc:sldChg chg="addSp delSp modSp add mod">
        <pc:chgData name="Rachaita Dutta" userId="f22006c0bb25b989" providerId="LiveId" clId="{C9CC4FF0-0674-4239-A695-D4BB51F3ACF6}" dt="2025-09-13T10:22:49.618" v="170" actId="14100"/>
        <pc:sldMkLst>
          <pc:docMk/>
          <pc:sldMk cId="3377729006" sldId="352"/>
        </pc:sldMkLst>
        <pc:picChg chg="add mod">
          <ac:chgData name="Rachaita Dutta" userId="f22006c0bb25b989" providerId="LiveId" clId="{C9CC4FF0-0674-4239-A695-D4BB51F3ACF6}" dt="2025-09-13T10:22:34.741" v="168" actId="1076"/>
          <ac:picMkLst>
            <pc:docMk/>
            <pc:sldMk cId="3377729006" sldId="352"/>
            <ac:picMk id="3" creationId="{974A9F98-BF1F-110E-9C48-264ED8F1B449}"/>
          </ac:picMkLst>
        </pc:picChg>
        <pc:picChg chg="add mod">
          <ac:chgData name="Rachaita Dutta" userId="f22006c0bb25b989" providerId="LiveId" clId="{C9CC4FF0-0674-4239-A695-D4BB51F3ACF6}" dt="2025-09-13T10:22:49.618" v="170" actId="14100"/>
          <ac:picMkLst>
            <pc:docMk/>
            <pc:sldMk cId="3377729006" sldId="352"/>
            <ac:picMk id="5" creationId="{8707E003-577A-2813-346F-60A49C842908}"/>
          </ac:picMkLst>
        </pc:picChg>
        <pc:picChg chg="del">
          <ac:chgData name="Rachaita Dutta" userId="f22006c0bb25b989" providerId="LiveId" clId="{C9CC4FF0-0674-4239-A695-D4BB51F3ACF6}" dt="2025-09-13T10:21:57.970" v="159" actId="478"/>
          <ac:picMkLst>
            <pc:docMk/>
            <pc:sldMk cId="3377729006" sldId="352"/>
            <ac:picMk id="7" creationId="{A0560D76-C56A-7C2C-AC96-1E0B5A17136E}"/>
          </ac:picMkLst>
        </pc:picChg>
      </pc:sldChg>
      <pc:sldChg chg="addSp delSp modSp add mod">
        <pc:chgData name="Rachaita Dutta" userId="f22006c0bb25b989" providerId="LiveId" clId="{C9CC4FF0-0674-4239-A695-D4BB51F3ACF6}" dt="2025-09-13T10:23:53.234" v="177" actId="14100"/>
        <pc:sldMkLst>
          <pc:docMk/>
          <pc:sldMk cId="3248779149" sldId="353"/>
        </pc:sldMkLst>
        <pc:picChg chg="del">
          <ac:chgData name="Rachaita Dutta" userId="f22006c0bb25b989" providerId="LiveId" clId="{C9CC4FF0-0674-4239-A695-D4BB51F3ACF6}" dt="2025-09-13T10:23:03.282" v="172" actId="478"/>
          <ac:picMkLst>
            <pc:docMk/>
            <pc:sldMk cId="3248779149" sldId="353"/>
            <ac:picMk id="3" creationId="{6B689C7E-E7D5-993B-E113-F886F76DC112}"/>
          </ac:picMkLst>
        </pc:picChg>
        <pc:picChg chg="add mod">
          <ac:chgData name="Rachaita Dutta" userId="f22006c0bb25b989" providerId="LiveId" clId="{C9CC4FF0-0674-4239-A695-D4BB51F3ACF6}" dt="2025-09-13T10:23:53.234" v="177" actId="14100"/>
          <ac:picMkLst>
            <pc:docMk/>
            <pc:sldMk cId="3248779149" sldId="353"/>
            <ac:picMk id="4" creationId="{21C5C00E-1978-85B6-067D-A87971DCB173}"/>
          </ac:picMkLst>
        </pc:picChg>
      </pc:sldChg>
      <pc:sldChg chg="del">
        <pc:chgData name="Rachaita Dutta" userId="f22006c0bb25b989" providerId="LiveId" clId="{C9CC4FF0-0674-4239-A695-D4BB51F3ACF6}" dt="2025-09-13T10:00:24.580" v="113" actId="47"/>
        <pc:sldMkLst>
          <pc:docMk/>
          <pc:sldMk cId="3424777493" sldId="353"/>
        </pc:sldMkLst>
      </pc:sldChg>
      <pc:sldChg chg="del">
        <pc:chgData name="Rachaita Dutta" userId="f22006c0bb25b989" providerId="LiveId" clId="{C9CC4FF0-0674-4239-A695-D4BB51F3ACF6}" dt="2025-09-13T10:00:24.666" v="114" actId="47"/>
        <pc:sldMkLst>
          <pc:docMk/>
          <pc:sldMk cId="431625271" sldId="354"/>
        </pc:sldMkLst>
      </pc:sldChg>
      <pc:sldChg chg="addSp delSp modSp add mod">
        <pc:chgData name="Rachaita Dutta" userId="f22006c0bb25b989" providerId="LiveId" clId="{C9CC4FF0-0674-4239-A695-D4BB51F3ACF6}" dt="2025-09-13T10:27:59.476" v="197" actId="14100"/>
        <pc:sldMkLst>
          <pc:docMk/>
          <pc:sldMk cId="2302787978" sldId="354"/>
        </pc:sldMkLst>
        <pc:picChg chg="add mod">
          <ac:chgData name="Rachaita Dutta" userId="f22006c0bb25b989" providerId="LiveId" clId="{C9CC4FF0-0674-4239-A695-D4BB51F3ACF6}" dt="2025-09-13T10:27:52.576" v="194" actId="1076"/>
          <ac:picMkLst>
            <pc:docMk/>
            <pc:sldMk cId="2302787978" sldId="354"/>
            <ac:picMk id="3" creationId="{C7CEFBD4-CE7E-5B25-8653-0C5C879643D8}"/>
          </ac:picMkLst>
        </pc:picChg>
        <pc:picChg chg="add mod">
          <ac:chgData name="Rachaita Dutta" userId="f22006c0bb25b989" providerId="LiveId" clId="{C9CC4FF0-0674-4239-A695-D4BB51F3ACF6}" dt="2025-09-13T10:27:59.476" v="197" actId="14100"/>
          <ac:picMkLst>
            <pc:docMk/>
            <pc:sldMk cId="2302787978" sldId="354"/>
            <ac:picMk id="5" creationId="{E246C96C-1A10-1361-34F3-0B3EA880A841}"/>
          </ac:picMkLst>
        </pc:picChg>
        <pc:picChg chg="del">
          <ac:chgData name="Rachaita Dutta" userId="f22006c0bb25b989" providerId="LiveId" clId="{C9CC4FF0-0674-4239-A695-D4BB51F3ACF6}" dt="2025-09-13T10:27:17.618" v="184" actId="478"/>
          <ac:picMkLst>
            <pc:docMk/>
            <pc:sldMk cId="2302787978" sldId="354"/>
            <ac:picMk id="7" creationId="{AF2654D4-79AA-5B7D-8AF6-194E1F2B48F0}"/>
          </ac:picMkLst>
        </pc:picChg>
      </pc:sldChg>
      <pc:sldChg chg="addSp delSp modSp add mod">
        <pc:chgData name="Rachaita Dutta" userId="f22006c0bb25b989" providerId="LiveId" clId="{C9CC4FF0-0674-4239-A695-D4BB51F3ACF6}" dt="2025-09-13T17:06:42.739" v="215" actId="14100"/>
        <pc:sldMkLst>
          <pc:docMk/>
          <pc:sldMk cId="2030140906" sldId="355"/>
        </pc:sldMkLst>
        <pc:picChg chg="del">
          <ac:chgData name="Rachaita Dutta" userId="f22006c0bb25b989" providerId="LiveId" clId="{C9CC4FF0-0674-4239-A695-D4BB51F3ACF6}" dt="2025-09-13T17:06:25.255" v="209" actId="478"/>
          <ac:picMkLst>
            <pc:docMk/>
            <pc:sldMk cId="2030140906" sldId="355"/>
            <ac:picMk id="3" creationId="{C298A13D-A6AF-464A-FD23-256FAE5C768F}"/>
          </ac:picMkLst>
        </pc:picChg>
        <pc:picChg chg="add mod">
          <ac:chgData name="Rachaita Dutta" userId="f22006c0bb25b989" providerId="LiveId" clId="{C9CC4FF0-0674-4239-A695-D4BB51F3ACF6}" dt="2025-09-13T17:06:42.739" v="215" actId="14100"/>
          <ac:picMkLst>
            <pc:docMk/>
            <pc:sldMk cId="2030140906" sldId="355"/>
            <ac:picMk id="4" creationId="{0336E033-F6E1-8476-C256-5E93856379F6}"/>
          </ac:picMkLst>
        </pc:picChg>
        <pc:picChg chg="del">
          <ac:chgData name="Rachaita Dutta" userId="f22006c0bb25b989" providerId="LiveId" clId="{C9CC4FF0-0674-4239-A695-D4BB51F3ACF6}" dt="2025-09-13T17:06:26.498" v="210" actId="478"/>
          <ac:picMkLst>
            <pc:docMk/>
            <pc:sldMk cId="2030140906" sldId="355"/>
            <ac:picMk id="5" creationId="{06610FC6-57D0-F9D2-7F51-1A4971157C04}"/>
          </ac:picMkLst>
        </pc:picChg>
      </pc:sldChg>
      <pc:sldChg chg="del">
        <pc:chgData name="Rachaita Dutta" userId="f22006c0bb25b989" providerId="LiveId" clId="{C9CC4FF0-0674-4239-A695-D4BB51F3ACF6}" dt="2025-09-13T10:00:24.843" v="115" actId="47"/>
        <pc:sldMkLst>
          <pc:docMk/>
          <pc:sldMk cId="2145720408" sldId="355"/>
        </pc:sldMkLst>
      </pc:sldChg>
      <pc:sldChg chg="addSp delSp modSp add mod">
        <pc:chgData name="Rachaita Dutta" userId="f22006c0bb25b989" providerId="LiveId" clId="{C9CC4FF0-0674-4239-A695-D4BB51F3ACF6}" dt="2025-09-13T17:06:20.959" v="208" actId="1076"/>
        <pc:sldMkLst>
          <pc:docMk/>
          <pc:sldMk cId="1137019580" sldId="356"/>
        </pc:sldMkLst>
        <pc:picChg chg="del">
          <ac:chgData name="Rachaita Dutta" userId="f22006c0bb25b989" providerId="LiveId" clId="{C9CC4FF0-0674-4239-A695-D4BB51F3ACF6}" dt="2025-09-13T17:05:57.358" v="201" actId="478"/>
          <ac:picMkLst>
            <pc:docMk/>
            <pc:sldMk cId="1137019580" sldId="356"/>
            <ac:picMk id="3" creationId="{E51902DA-A68F-F6B3-BFE0-8E86DCBCA4A6}"/>
          </ac:picMkLst>
        </pc:picChg>
        <pc:picChg chg="add mod">
          <ac:chgData name="Rachaita Dutta" userId="f22006c0bb25b989" providerId="LiveId" clId="{C9CC4FF0-0674-4239-A695-D4BB51F3ACF6}" dt="2025-09-13T17:06:20.959" v="208" actId="1076"/>
          <ac:picMkLst>
            <pc:docMk/>
            <pc:sldMk cId="1137019580" sldId="356"/>
            <ac:picMk id="4" creationId="{906570A7-0B12-0FCF-3592-354FF9A22B41}"/>
          </ac:picMkLst>
        </pc:picChg>
        <pc:picChg chg="del">
          <ac:chgData name="Rachaita Dutta" userId="f22006c0bb25b989" providerId="LiveId" clId="{C9CC4FF0-0674-4239-A695-D4BB51F3ACF6}" dt="2025-09-13T17:05:58.814" v="202" actId="478"/>
          <ac:picMkLst>
            <pc:docMk/>
            <pc:sldMk cId="1137019580" sldId="356"/>
            <ac:picMk id="5" creationId="{E0B9C81D-C8D1-CF41-FB9F-E52937803341}"/>
          </ac:picMkLst>
        </pc:picChg>
      </pc:sldChg>
      <pc:sldChg chg="del">
        <pc:chgData name="Rachaita Dutta" userId="f22006c0bb25b989" providerId="LiveId" clId="{C9CC4FF0-0674-4239-A695-D4BB51F3ACF6}" dt="2025-09-13T10:00:25.829" v="118" actId="47"/>
        <pc:sldMkLst>
          <pc:docMk/>
          <pc:sldMk cId="1958625577" sldId="356"/>
        </pc:sldMkLst>
      </pc:sldChg>
      <pc:sldChg chg="del">
        <pc:chgData name="Rachaita Dutta" userId="f22006c0bb25b989" providerId="LiveId" clId="{C9CC4FF0-0674-4239-A695-D4BB51F3ACF6}" dt="2025-09-13T10:00:25.318" v="116" actId="47"/>
        <pc:sldMkLst>
          <pc:docMk/>
          <pc:sldMk cId="1562970067" sldId="357"/>
        </pc:sldMkLst>
      </pc:sldChg>
      <pc:sldChg chg="addSp delSp modSp add mod">
        <pc:chgData name="Rachaita Dutta" userId="f22006c0bb25b989" providerId="LiveId" clId="{C9CC4FF0-0674-4239-A695-D4BB51F3ACF6}" dt="2025-09-14T05:51:39.043" v="226" actId="1076"/>
        <pc:sldMkLst>
          <pc:docMk/>
          <pc:sldMk cId="2166151045" sldId="357"/>
        </pc:sldMkLst>
        <pc:picChg chg="add mod">
          <ac:chgData name="Rachaita Dutta" userId="f22006c0bb25b989" providerId="LiveId" clId="{C9CC4FF0-0674-4239-A695-D4BB51F3ACF6}" dt="2025-09-14T05:51:39.043" v="226" actId="1076"/>
          <ac:picMkLst>
            <pc:docMk/>
            <pc:sldMk cId="2166151045" sldId="357"/>
            <ac:picMk id="3" creationId="{DCBBC853-FD47-37FE-D1A2-D6EFCC73BF84}"/>
          </ac:picMkLst>
        </pc:picChg>
        <pc:picChg chg="del">
          <ac:chgData name="Rachaita Dutta" userId="f22006c0bb25b989" providerId="LiveId" clId="{C9CC4FF0-0674-4239-A695-D4BB51F3ACF6}" dt="2025-09-13T17:07:02.066" v="217" actId="478"/>
          <ac:picMkLst>
            <pc:docMk/>
            <pc:sldMk cId="2166151045" sldId="357"/>
            <ac:picMk id="4" creationId="{1E48DFDF-A3A9-4215-F716-E5B86E5987E8}"/>
          </ac:picMkLst>
        </pc:picChg>
      </pc:sldChg>
      <pc:sldChg chg="del">
        <pc:chgData name="Rachaita Dutta" userId="f22006c0bb25b989" providerId="LiveId" clId="{C9CC4FF0-0674-4239-A695-D4BB51F3ACF6}" dt="2025-09-13T10:00:25.472" v="117" actId="47"/>
        <pc:sldMkLst>
          <pc:docMk/>
          <pc:sldMk cId="419046679" sldId="358"/>
        </pc:sldMkLst>
      </pc:sldChg>
      <pc:sldChg chg="addSp delSp modSp new mod">
        <pc:chgData name="Rachaita Dutta" userId="f22006c0bb25b989" providerId="LiveId" clId="{C9CC4FF0-0674-4239-A695-D4BB51F3ACF6}" dt="2025-09-14T06:19:41.072" v="357" actId="20577"/>
        <pc:sldMkLst>
          <pc:docMk/>
          <pc:sldMk cId="3061465268" sldId="358"/>
        </pc:sldMkLst>
        <pc:spChg chg="del">
          <ac:chgData name="Rachaita Dutta" userId="f22006c0bb25b989" providerId="LiveId" clId="{C9CC4FF0-0674-4239-A695-D4BB51F3ACF6}" dt="2025-09-14T06:12:54.485" v="228" actId="478"/>
          <ac:spMkLst>
            <pc:docMk/>
            <pc:sldMk cId="3061465268" sldId="358"/>
            <ac:spMk id="2" creationId="{C6E95269-714F-0988-2D21-66325B142A33}"/>
          </ac:spMkLst>
        </pc:spChg>
        <pc:spChg chg="del">
          <ac:chgData name="Rachaita Dutta" userId="f22006c0bb25b989" providerId="LiveId" clId="{C9CC4FF0-0674-4239-A695-D4BB51F3ACF6}" dt="2025-09-14T06:12:56.902" v="229" actId="478"/>
          <ac:spMkLst>
            <pc:docMk/>
            <pc:sldMk cId="3061465268" sldId="358"/>
            <ac:spMk id="3" creationId="{9C627730-6F67-87FB-0106-719C8AF5CA41}"/>
          </ac:spMkLst>
        </pc:spChg>
        <pc:spChg chg="del">
          <ac:chgData name="Rachaita Dutta" userId="f22006c0bb25b989" providerId="LiveId" clId="{C9CC4FF0-0674-4239-A695-D4BB51F3ACF6}" dt="2025-09-14T06:12:59.206" v="230" actId="478"/>
          <ac:spMkLst>
            <pc:docMk/>
            <pc:sldMk cId="3061465268" sldId="358"/>
            <ac:spMk id="4" creationId="{91477360-4BCD-1821-E796-90C091860E31}"/>
          </ac:spMkLst>
        </pc:spChg>
        <pc:spChg chg="del">
          <ac:chgData name="Rachaita Dutta" userId="f22006c0bb25b989" providerId="LiveId" clId="{C9CC4FF0-0674-4239-A695-D4BB51F3ACF6}" dt="2025-09-14T06:13:03.283" v="231" actId="478"/>
          <ac:spMkLst>
            <pc:docMk/>
            <pc:sldMk cId="3061465268" sldId="358"/>
            <ac:spMk id="5" creationId="{67B59825-F688-C661-602E-267F960025B9}"/>
          </ac:spMkLst>
        </pc:spChg>
        <pc:spChg chg="add mod">
          <ac:chgData name="Rachaita Dutta" userId="f22006c0bb25b989" providerId="LiveId" clId="{C9CC4FF0-0674-4239-A695-D4BB51F3ACF6}" dt="2025-09-14T06:19:41.072" v="357" actId="20577"/>
          <ac:spMkLst>
            <pc:docMk/>
            <pc:sldMk cId="3061465268" sldId="358"/>
            <ac:spMk id="6" creationId="{7D089025-D0AF-0703-4E19-13D973517E4C}"/>
          </ac:spMkLst>
        </pc:spChg>
      </pc:sldChg>
      <pc:sldChg chg="addSp delSp modSp add mod">
        <pc:chgData name="Rachaita Dutta" userId="f22006c0bb25b989" providerId="LiveId" clId="{C9CC4FF0-0674-4239-A695-D4BB51F3ACF6}" dt="2025-09-14T06:56:29.774" v="421" actId="20577"/>
        <pc:sldMkLst>
          <pc:docMk/>
          <pc:sldMk cId="3431173098" sldId="359"/>
        </pc:sldMkLst>
        <pc:spChg chg="add mod">
          <ac:chgData name="Rachaita Dutta" userId="f22006c0bb25b989" providerId="LiveId" clId="{C9CC4FF0-0674-4239-A695-D4BB51F3ACF6}" dt="2025-09-14T06:56:29.774" v="421" actId="20577"/>
          <ac:spMkLst>
            <pc:docMk/>
            <pc:sldMk cId="3431173098" sldId="359"/>
            <ac:spMk id="6" creationId="{65FF8F38-CDA3-85B5-AD0D-805FEC131804}"/>
          </ac:spMkLst>
        </pc:spChg>
        <pc:picChg chg="del">
          <ac:chgData name="Rachaita Dutta" userId="f22006c0bb25b989" providerId="LiveId" clId="{C9CC4FF0-0674-4239-A695-D4BB51F3ACF6}" dt="2025-09-14T06:27:00.896" v="359" actId="478"/>
          <ac:picMkLst>
            <pc:docMk/>
            <pc:sldMk cId="3431173098" sldId="359"/>
            <ac:picMk id="3" creationId="{443FFB4D-648B-EA2F-5F78-7CB63FD77052}"/>
          </ac:picMkLst>
        </pc:picChg>
        <pc:picChg chg="add mod">
          <ac:chgData name="Rachaita Dutta" userId="f22006c0bb25b989" providerId="LiveId" clId="{C9CC4FF0-0674-4239-A695-D4BB51F3ACF6}" dt="2025-09-14T06:27:48.112" v="364" actId="1076"/>
          <ac:picMkLst>
            <pc:docMk/>
            <pc:sldMk cId="3431173098" sldId="359"/>
            <ac:picMk id="4" creationId="{9B3A933E-1F6B-C06E-6D58-A5D1196E0B35}"/>
          </ac:picMkLst>
        </pc:picChg>
      </pc:sldChg>
      <pc:sldChg chg="del">
        <pc:chgData name="Rachaita Dutta" userId="f22006c0bb25b989" providerId="LiveId" clId="{C9CC4FF0-0674-4239-A695-D4BB51F3ACF6}" dt="2025-09-13T10:00:26.230" v="119" actId="47"/>
        <pc:sldMkLst>
          <pc:docMk/>
          <pc:sldMk cId="4267959002" sldId="359"/>
        </pc:sldMkLst>
      </pc:sldChg>
      <pc:sldChg chg="addSp delSp modSp add mod">
        <pc:chgData name="Rachaita Dutta" userId="f22006c0bb25b989" providerId="LiveId" clId="{C9CC4FF0-0674-4239-A695-D4BB51F3ACF6}" dt="2025-09-14T06:57:34.957" v="458" actId="14100"/>
        <pc:sldMkLst>
          <pc:docMk/>
          <pc:sldMk cId="335655338" sldId="360"/>
        </pc:sldMkLst>
        <pc:spChg chg="mod">
          <ac:chgData name="Rachaita Dutta" userId="f22006c0bb25b989" providerId="LiveId" clId="{C9CC4FF0-0674-4239-A695-D4BB51F3ACF6}" dt="2025-09-14T06:56:59.328" v="454" actId="20577"/>
          <ac:spMkLst>
            <pc:docMk/>
            <pc:sldMk cId="335655338" sldId="360"/>
            <ac:spMk id="6" creationId="{0252234C-6957-F2E0-59C5-89B9AE991914}"/>
          </ac:spMkLst>
        </pc:spChg>
        <pc:picChg chg="add mod">
          <ac:chgData name="Rachaita Dutta" userId="f22006c0bb25b989" providerId="LiveId" clId="{C9CC4FF0-0674-4239-A695-D4BB51F3ACF6}" dt="2025-09-14T06:57:34.957" v="458" actId="14100"/>
          <ac:picMkLst>
            <pc:docMk/>
            <pc:sldMk cId="335655338" sldId="360"/>
            <ac:picMk id="3" creationId="{07FB1553-2BDD-EDEE-0D22-DF87E1983D98}"/>
          </ac:picMkLst>
        </pc:picChg>
        <pc:picChg chg="del">
          <ac:chgData name="Rachaita Dutta" userId="f22006c0bb25b989" providerId="LiveId" clId="{C9CC4FF0-0674-4239-A695-D4BB51F3ACF6}" dt="2025-09-14T06:56:39.084" v="423" actId="478"/>
          <ac:picMkLst>
            <pc:docMk/>
            <pc:sldMk cId="335655338" sldId="360"/>
            <ac:picMk id="4" creationId="{5A8E4AD6-8125-EBE8-C32A-2212A52CC329}"/>
          </ac:picMkLst>
        </pc:picChg>
      </pc:sldChg>
      <pc:sldChg chg="del">
        <pc:chgData name="Rachaita Dutta" userId="f22006c0bb25b989" providerId="LiveId" clId="{C9CC4FF0-0674-4239-A695-D4BB51F3ACF6}" dt="2025-09-13T10:00:26.381" v="120" actId="47"/>
        <pc:sldMkLst>
          <pc:docMk/>
          <pc:sldMk cId="1666454936" sldId="360"/>
        </pc:sldMkLst>
      </pc:sldChg>
      <pc:sldChg chg="del">
        <pc:chgData name="Rachaita Dutta" userId="f22006c0bb25b989" providerId="LiveId" clId="{C9CC4FF0-0674-4239-A695-D4BB51F3ACF6}" dt="2025-09-13T10:00:26.994" v="121" actId="47"/>
        <pc:sldMkLst>
          <pc:docMk/>
          <pc:sldMk cId="1959932112" sldId="361"/>
        </pc:sldMkLst>
      </pc:sldChg>
      <pc:sldChg chg="addSp delSp modSp add mod">
        <pc:chgData name="Rachaita Dutta" userId="f22006c0bb25b989" providerId="LiveId" clId="{C9CC4FF0-0674-4239-A695-D4BB51F3ACF6}" dt="2025-09-14T06:58:18.709" v="467" actId="1076"/>
        <pc:sldMkLst>
          <pc:docMk/>
          <pc:sldMk cId="4267937460" sldId="361"/>
        </pc:sldMkLst>
        <pc:spChg chg="del">
          <ac:chgData name="Rachaita Dutta" userId="f22006c0bb25b989" providerId="LiveId" clId="{C9CC4FF0-0674-4239-A695-D4BB51F3ACF6}" dt="2025-09-14T06:57:55.848" v="461" actId="478"/>
          <ac:spMkLst>
            <pc:docMk/>
            <pc:sldMk cId="4267937460" sldId="361"/>
            <ac:spMk id="6" creationId="{89ADC813-54D1-C682-DEFB-972FB36299B5}"/>
          </ac:spMkLst>
        </pc:spChg>
        <pc:picChg chg="add mod">
          <ac:chgData name="Rachaita Dutta" userId="f22006c0bb25b989" providerId="LiveId" clId="{C9CC4FF0-0674-4239-A695-D4BB51F3ACF6}" dt="2025-09-14T06:58:18.709" v="467" actId="1076"/>
          <ac:picMkLst>
            <pc:docMk/>
            <pc:sldMk cId="4267937460" sldId="361"/>
            <ac:picMk id="3" creationId="{DFD42EF6-2EDD-7802-50A3-FD97A83E5F4E}"/>
          </ac:picMkLst>
        </pc:picChg>
        <pc:picChg chg="del">
          <ac:chgData name="Rachaita Dutta" userId="f22006c0bb25b989" providerId="LiveId" clId="{C9CC4FF0-0674-4239-A695-D4BB51F3ACF6}" dt="2025-09-14T06:57:53.471" v="460" actId="478"/>
          <ac:picMkLst>
            <pc:docMk/>
            <pc:sldMk cId="4267937460" sldId="361"/>
            <ac:picMk id="4" creationId="{05CDE0AE-CF84-A6DC-BDB6-886811732EBC}"/>
          </ac:picMkLst>
        </pc:picChg>
      </pc:sldChg>
      <pc:sldChg chg="del">
        <pc:chgData name="Rachaita Dutta" userId="f22006c0bb25b989" providerId="LiveId" clId="{C9CC4FF0-0674-4239-A695-D4BB51F3ACF6}" dt="2025-09-13T10:00:27.366" v="122" actId="47"/>
        <pc:sldMkLst>
          <pc:docMk/>
          <pc:sldMk cId="2638159120" sldId="362"/>
        </pc:sldMkLst>
      </pc:sldChg>
      <pc:sldChg chg="addSp delSp modSp add mod">
        <pc:chgData name="Rachaita Dutta" userId="f22006c0bb25b989" providerId="LiveId" clId="{C9CC4FF0-0674-4239-A695-D4BB51F3ACF6}" dt="2025-09-14T07:06:36.496" v="473" actId="14100"/>
        <pc:sldMkLst>
          <pc:docMk/>
          <pc:sldMk cId="3018036871" sldId="362"/>
        </pc:sldMkLst>
        <pc:picChg chg="del">
          <ac:chgData name="Rachaita Dutta" userId="f22006c0bb25b989" providerId="LiveId" clId="{C9CC4FF0-0674-4239-A695-D4BB51F3ACF6}" dt="2025-09-14T07:05:11.177" v="469" actId="478"/>
          <ac:picMkLst>
            <pc:docMk/>
            <pc:sldMk cId="3018036871" sldId="362"/>
            <ac:picMk id="3" creationId="{AAE33DD6-D857-1B4C-BD89-7F43C4A9CD67}"/>
          </ac:picMkLst>
        </pc:picChg>
        <pc:picChg chg="add mod">
          <ac:chgData name="Rachaita Dutta" userId="f22006c0bb25b989" providerId="LiveId" clId="{C9CC4FF0-0674-4239-A695-D4BB51F3ACF6}" dt="2025-09-14T07:06:36.496" v="473" actId="14100"/>
          <ac:picMkLst>
            <pc:docMk/>
            <pc:sldMk cId="3018036871" sldId="362"/>
            <ac:picMk id="4" creationId="{A1E39C30-557E-406C-8BBC-148432E43D1C}"/>
          </ac:picMkLst>
        </pc:picChg>
      </pc:sldChg>
      <pc:sldChg chg="del">
        <pc:chgData name="Rachaita Dutta" userId="f22006c0bb25b989" providerId="LiveId" clId="{C9CC4FF0-0674-4239-A695-D4BB51F3ACF6}" dt="2025-09-13T10:00:28.162" v="124" actId="47"/>
        <pc:sldMkLst>
          <pc:docMk/>
          <pc:sldMk cId="851274884" sldId="363"/>
        </pc:sldMkLst>
      </pc:sldChg>
      <pc:sldChg chg="addSp delSp modSp add mod">
        <pc:chgData name="Rachaita Dutta" userId="f22006c0bb25b989" providerId="LiveId" clId="{C9CC4FF0-0674-4239-A695-D4BB51F3ACF6}" dt="2025-09-14T08:15:58.119" v="481" actId="1076"/>
        <pc:sldMkLst>
          <pc:docMk/>
          <pc:sldMk cId="865840287" sldId="363"/>
        </pc:sldMkLst>
        <pc:picChg chg="add mod">
          <ac:chgData name="Rachaita Dutta" userId="f22006c0bb25b989" providerId="LiveId" clId="{C9CC4FF0-0674-4239-A695-D4BB51F3ACF6}" dt="2025-09-14T08:15:58.119" v="481" actId="1076"/>
          <ac:picMkLst>
            <pc:docMk/>
            <pc:sldMk cId="865840287" sldId="363"/>
            <ac:picMk id="3" creationId="{C9E81C76-36EF-9143-FA61-B24CE8A38030}"/>
          </ac:picMkLst>
        </pc:picChg>
        <pc:picChg chg="del">
          <ac:chgData name="Rachaita Dutta" userId="f22006c0bb25b989" providerId="LiveId" clId="{C9CC4FF0-0674-4239-A695-D4BB51F3ACF6}" dt="2025-09-14T08:15:29.099" v="475" actId="478"/>
          <ac:picMkLst>
            <pc:docMk/>
            <pc:sldMk cId="865840287" sldId="363"/>
            <ac:picMk id="4" creationId="{68293FB5-90D4-B65E-3FAB-AFA93FF73917}"/>
          </ac:picMkLst>
        </pc:picChg>
      </pc:sldChg>
      <pc:sldChg chg="del">
        <pc:chgData name="Rachaita Dutta" userId="f22006c0bb25b989" providerId="LiveId" clId="{C9CC4FF0-0674-4239-A695-D4BB51F3ACF6}" dt="2025-09-13T10:00:28.884" v="125" actId="47"/>
        <pc:sldMkLst>
          <pc:docMk/>
          <pc:sldMk cId="3299406652" sldId="364"/>
        </pc:sldMkLst>
      </pc:sldChg>
      <pc:sldChg chg="del">
        <pc:chgData name="Rachaita Dutta" userId="f22006c0bb25b989" providerId="LiveId" clId="{C9CC4FF0-0674-4239-A695-D4BB51F3ACF6}" dt="2025-09-13T10:00:29.022" v="126" actId="47"/>
        <pc:sldMkLst>
          <pc:docMk/>
          <pc:sldMk cId="1429781962" sldId="365"/>
        </pc:sldMkLst>
      </pc:sldChg>
      <pc:sldChg chg="del">
        <pc:chgData name="Rachaita Dutta" userId="f22006c0bb25b989" providerId="LiveId" clId="{C9CC4FF0-0674-4239-A695-D4BB51F3ACF6}" dt="2025-09-13T10:00:27.498" v="123" actId="47"/>
        <pc:sldMkLst>
          <pc:docMk/>
          <pc:sldMk cId="3535962565" sldId="366"/>
        </pc:sldMkLst>
      </pc:sldChg>
    </pc:docChg>
  </pc:docChgLst>
  <pc:docChgLst>
    <pc:chgData name="Rachaita Dutta" userId="f22006c0bb25b989" providerId="LiveId" clId="{B6639F79-2C80-4376-82E1-94BF51AF3367}"/>
    <pc:docChg chg="undo custSel addSld modSld">
      <pc:chgData name="Rachaita Dutta" userId="f22006c0bb25b989" providerId="LiveId" clId="{B6639F79-2C80-4376-82E1-94BF51AF3367}" dt="2025-09-03T17:33:37.846" v="480" actId="20577"/>
      <pc:docMkLst>
        <pc:docMk/>
      </pc:docMkLst>
      <pc:sldChg chg="modSp mod">
        <pc:chgData name="Rachaita Dutta" userId="f22006c0bb25b989" providerId="LiveId" clId="{B6639F79-2C80-4376-82E1-94BF51AF3367}" dt="2025-09-02T15:59:27.184" v="469" actId="207"/>
        <pc:sldMkLst>
          <pc:docMk/>
          <pc:sldMk cId="2638159120" sldId="362"/>
        </pc:sldMkLst>
      </pc:sldChg>
      <pc:sldChg chg="delSp modSp mod modAnim">
        <pc:chgData name="Rachaita Dutta" userId="f22006c0bb25b989" providerId="LiveId" clId="{B6639F79-2C80-4376-82E1-94BF51AF3367}" dt="2025-09-02T06:00:25.503" v="80"/>
        <pc:sldMkLst>
          <pc:docMk/>
          <pc:sldMk cId="851274884" sldId="363"/>
        </pc:sldMkLst>
      </pc:sldChg>
      <pc:sldChg chg="addSp delSp modSp new mod modAnim">
        <pc:chgData name="Rachaita Dutta" userId="f22006c0bb25b989" providerId="LiveId" clId="{B6639F79-2C80-4376-82E1-94BF51AF3367}" dt="2025-09-03T17:08:30.197" v="479" actId="20577"/>
        <pc:sldMkLst>
          <pc:docMk/>
          <pc:sldMk cId="3299406652" sldId="364"/>
        </pc:sldMkLst>
      </pc:sldChg>
      <pc:sldChg chg="modSp add mod modAnim">
        <pc:chgData name="Rachaita Dutta" userId="f22006c0bb25b989" providerId="LiveId" clId="{B6639F79-2C80-4376-82E1-94BF51AF3367}" dt="2025-09-03T17:33:37.846" v="480" actId="20577"/>
        <pc:sldMkLst>
          <pc:docMk/>
          <pc:sldMk cId="1429781962" sldId="365"/>
        </pc:sldMkLst>
      </pc:sldChg>
      <pc:sldChg chg="addSp delSp modSp new mod">
        <pc:chgData name="Rachaita Dutta" userId="f22006c0bb25b989" providerId="LiveId" clId="{B6639F79-2C80-4376-82E1-94BF51AF3367}" dt="2025-09-02T15:59:40.609" v="472" actId="20577"/>
        <pc:sldMkLst>
          <pc:docMk/>
          <pc:sldMk cId="3535962565" sldId="36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9/13/2025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9/13/2025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D002D-2770-2C17-9E37-E93AADBCED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90033-0832-EA55-93C0-BA09D2CEFA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AB549D-5B8B-834A-91E1-E552D6DC27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EF1B97-C162-1EB0-6C93-5FBF1DAE0D11}"/>
              </a:ext>
            </a:extLst>
          </p:cNvPr>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3614071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sz="5400" dirty="0"/>
              <a:t>Authorization (ACL &amp; Capabilities)</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ECF69-F925-9FEC-6378-1A4802AE45B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BC84DE5-039D-873D-918C-A2BA2DD7AF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317" t="2312" r="14317" b="9248"/>
          <a:stretch>
            <a:fillRect/>
          </a:stretch>
        </p:blipFill>
        <p:spPr bwMode="auto">
          <a:xfrm>
            <a:off x="548640" y="658368"/>
            <a:ext cx="11128248" cy="5950395"/>
          </a:xfrm>
          <a:prstGeom prst="rect">
            <a:avLst/>
          </a:prstGeom>
          <a:noFill/>
          <a:ln w="9360">
            <a:solidFill>
              <a:srgbClr val="500000"/>
            </a:solidFill>
            <a:miter lim="800000"/>
            <a:headEnd/>
            <a:tailEnd/>
          </a:ln>
          <a:effectLst/>
          <a:extLst>
            <a:ext uri="{909E8E84-426E-40DD-AFC4-6F175D3DCCD1}">
              <a14:hiddenFill xmlns:a14="http://schemas.microsoft.com/office/drawing/2010/main">
                <a:blipFill dpi="0" rotWithShape="0">
                  <a:blip/>
                  <a:srcRect l="14317" t="2312" r="14317" b="9248"/>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TextBox 4">
            <a:extLst>
              <a:ext uri="{FF2B5EF4-FFF2-40B4-BE49-F238E27FC236}">
                <a16:creationId xmlns:a16="http://schemas.microsoft.com/office/drawing/2014/main" id="{63DDDC89-2BF3-F626-00F6-1334C5EBE47E}"/>
              </a:ext>
            </a:extLst>
          </p:cNvPr>
          <p:cNvSpPr txBox="1"/>
          <p:nvPr/>
        </p:nvSpPr>
        <p:spPr>
          <a:xfrm>
            <a:off x="80010" y="0"/>
            <a:ext cx="6103620" cy="523220"/>
          </a:xfrm>
          <a:prstGeom prst="rect">
            <a:avLst/>
          </a:prstGeom>
          <a:noFill/>
        </p:spPr>
        <p:txBody>
          <a:bodyPr wrap="square">
            <a:spAutoFit/>
          </a:bodyPr>
          <a:lstStyle/>
          <a:p>
            <a:pPr marL="342900" indent="-342900">
              <a:buFont typeface="Arial" panose="020B0604020202020204" pitchFamily="34" charset="0"/>
              <a:buChar char="•"/>
            </a:pPr>
            <a:r>
              <a:rPr lang="en-US" sz="2800" b="1" u="sng" dirty="0">
                <a:solidFill>
                  <a:srgbClr val="20A085"/>
                </a:solidFill>
              </a:rPr>
              <a:t>Access Control structures</a:t>
            </a:r>
          </a:p>
        </p:txBody>
      </p:sp>
    </p:spTree>
    <p:extLst>
      <p:ext uri="{BB962C8B-B14F-4D97-AF65-F5344CB8AC3E}">
        <p14:creationId xmlns:p14="http://schemas.microsoft.com/office/powerpoint/2010/main" val="1276066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3B2CE-E2EC-0DD8-0FCE-194BEEF6CE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61392FA-9AA0-EA73-8C21-CEB5FB42860E}"/>
              </a:ext>
            </a:extLst>
          </p:cNvPr>
          <p:cNvSpPr txBox="1"/>
          <p:nvPr/>
        </p:nvSpPr>
        <p:spPr>
          <a:xfrm>
            <a:off x="172212" y="276320"/>
            <a:ext cx="11905488" cy="1423467"/>
          </a:xfrm>
          <a:prstGeom prst="rect">
            <a:avLst/>
          </a:prstGeom>
          <a:noFill/>
        </p:spPr>
        <p:txBody>
          <a:bodyPr wrap="square">
            <a:spAutoFit/>
          </a:bodyPr>
          <a:lstStyle/>
          <a:p>
            <a:pPr marL="342900" indent="-342900">
              <a:buFont typeface="Arial" panose="020B0604020202020204" pitchFamily="34" charset="0"/>
              <a:buChar char="•"/>
            </a:pPr>
            <a:r>
              <a:rPr lang="en-US" sz="2800" b="1" u="sng" dirty="0">
                <a:solidFill>
                  <a:srgbClr val="20A085"/>
                </a:solidFill>
              </a:rPr>
              <a:t>Access Control Lists (ACLs)</a:t>
            </a:r>
          </a:p>
          <a:p>
            <a:endParaRPr lang="en-US" sz="1050" b="1" u="sng" dirty="0">
              <a:solidFill>
                <a:srgbClr val="20A085"/>
              </a:solidFill>
            </a:endParaRPr>
          </a:p>
          <a:p>
            <a:r>
              <a:rPr lang="en-US" sz="2400" b="1" dirty="0"/>
              <a:t>Minimally, an ACL is a set of users and a corresponding set of resources they are allowed to access. </a:t>
            </a:r>
            <a:endParaRPr lang="en-US" sz="1100" b="1" dirty="0">
              <a:solidFill>
                <a:srgbClr val="7030A0"/>
              </a:solidFill>
            </a:endParaRPr>
          </a:p>
        </p:txBody>
      </p:sp>
      <p:pic>
        <p:nvPicPr>
          <p:cNvPr id="3" name="Picture 2">
            <a:extLst>
              <a:ext uri="{FF2B5EF4-FFF2-40B4-BE49-F238E27FC236}">
                <a16:creationId xmlns:a16="http://schemas.microsoft.com/office/drawing/2014/main" id="{A9313177-6717-4347-947B-932E4EFA0F5F}"/>
              </a:ext>
            </a:extLst>
          </p:cNvPr>
          <p:cNvPicPr>
            <a:picLocks noChangeAspect="1"/>
          </p:cNvPicPr>
          <p:nvPr/>
        </p:nvPicPr>
        <p:blipFill>
          <a:blip r:embed="rId2"/>
          <a:stretch>
            <a:fillRect/>
          </a:stretch>
        </p:blipFill>
        <p:spPr>
          <a:xfrm>
            <a:off x="1325880" y="2062649"/>
            <a:ext cx="9334500" cy="2732702"/>
          </a:xfrm>
          <a:prstGeom prst="rect">
            <a:avLst/>
          </a:prstGeom>
        </p:spPr>
      </p:pic>
    </p:spTree>
    <p:extLst>
      <p:ext uri="{BB962C8B-B14F-4D97-AF65-F5344CB8AC3E}">
        <p14:creationId xmlns:p14="http://schemas.microsoft.com/office/powerpoint/2010/main" val="2604850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CC25A-385A-6FA4-153C-EC078749B6E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ED78C44-4CA7-A02D-81AA-24E0DB14B9D4}"/>
              </a:ext>
            </a:extLst>
          </p:cNvPr>
          <p:cNvPicPr>
            <a:picLocks noChangeAspect="1"/>
          </p:cNvPicPr>
          <p:nvPr/>
        </p:nvPicPr>
        <p:blipFill>
          <a:blip r:embed="rId2"/>
          <a:stretch>
            <a:fillRect/>
          </a:stretch>
        </p:blipFill>
        <p:spPr>
          <a:xfrm>
            <a:off x="2046230" y="658104"/>
            <a:ext cx="8099540" cy="5541792"/>
          </a:xfrm>
          <a:prstGeom prst="rect">
            <a:avLst/>
          </a:prstGeom>
        </p:spPr>
      </p:pic>
    </p:spTree>
    <p:extLst>
      <p:ext uri="{BB962C8B-B14F-4D97-AF65-F5344CB8AC3E}">
        <p14:creationId xmlns:p14="http://schemas.microsoft.com/office/powerpoint/2010/main" val="4266880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09D6-7D65-50FC-8D40-76628A8CD49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06570A7-0B12-0FCF-3592-354FF9A22B41}"/>
              </a:ext>
            </a:extLst>
          </p:cNvPr>
          <p:cNvPicPr>
            <a:picLocks noChangeAspect="1"/>
          </p:cNvPicPr>
          <p:nvPr/>
        </p:nvPicPr>
        <p:blipFill>
          <a:blip r:embed="rId2"/>
          <a:stretch>
            <a:fillRect/>
          </a:stretch>
        </p:blipFill>
        <p:spPr>
          <a:xfrm>
            <a:off x="758952" y="297180"/>
            <a:ext cx="10808208" cy="6263640"/>
          </a:xfrm>
          <a:prstGeom prst="rect">
            <a:avLst/>
          </a:prstGeom>
        </p:spPr>
      </p:pic>
    </p:spTree>
    <p:extLst>
      <p:ext uri="{BB962C8B-B14F-4D97-AF65-F5344CB8AC3E}">
        <p14:creationId xmlns:p14="http://schemas.microsoft.com/office/powerpoint/2010/main" val="1137019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87500-EFB6-31AA-EA57-28A9A3F954A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336E033-F6E1-8476-C256-5E93856379F6}"/>
              </a:ext>
            </a:extLst>
          </p:cNvPr>
          <p:cNvPicPr>
            <a:picLocks noChangeAspect="1"/>
          </p:cNvPicPr>
          <p:nvPr/>
        </p:nvPicPr>
        <p:blipFill>
          <a:blip r:embed="rId2"/>
          <a:stretch>
            <a:fillRect/>
          </a:stretch>
        </p:blipFill>
        <p:spPr>
          <a:xfrm>
            <a:off x="886968" y="256032"/>
            <a:ext cx="10661903" cy="6345936"/>
          </a:xfrm>
          <a:prstGeom prst="rect">
            <a:avLst/>
          </a:prstGeom>
        </p:spPr>
      </p:pic>
    </p:spTree>
    <p:extLst>
      <p:ext uri="{BB962C8B-B14F-4D97-AF65-F5344CB8AC3E}">
        <p14:creationId xmlns:p14="http://schemas.microsoft.com/office/powerpoint/2010/main" val="2030140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AA96B-D699-EF9E-9353-017C5605897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CBBC853-FD47-37FE-D1A2-D6EFCC73BF84}"/>
              </a:ext>
            </a:extLst>
          </p:cNvPr>
          <p:cNvPicPr>
            <a:picLocks noChangeAspect="1"/>
          </p:cNvPicPr>
          <p:nvPr/>
        </p:nvPicPr>
        <p:blipFill>
          <a:blip r:embed="rId2"/>
          <a:stretch>
            <a:fillRect/>
          </a:stretch>
        </p:blipFill>
        <p:spPr>
          <a:xfrm>
            <a:off x="603504" y="356616"/>
            <a:ext cx="10808208" cy="6208776"/>
          </a:xfrm>
          <a:prstGeom prst="rect">
            <a:avLst/>
          </a:prstGeom>
        </p:spPr>
      </p:pic>
    </p:spTree>
    <p:extLst>
      <p:ext uri="{BB962C8B-B14F-4D97-AF65-F5344CB8AC3E}">
        <p14:creationId xmlns:p14="http://schemas.microsoft.com/office/powerpoint/2010/main" val="2166151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0E6A3-EABD-E9BC-84CE-D1F0F33F694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7CEFBD4-CE7E-5B25-8653-0C5C879643D8}"/>
              </a:ext>
            </a:extLst>
          </p:cNvPr>
          <p:cNvPicPr>
            <a:picLocks noChangeAspect="1"/>
          </p:cNvPicPr>
          <p:nvPr/>
        </p:nvPicPr>
        <p:blipFill>
          <a:blip r:embed="rId2"/>
          <a:stretch>
            <a:fillRect/>
          </a:stretch>
        </p:blipFill>
        <p:spPr>
          <a:xfrm>
            <a:off x="0" y="341506"/>
            <a:ext cx="6445581" cy="6174988"/>
          </a:xfrm>
          <a:prstGeom prst="rect">
            <a:avLst/>
          </a:prstGeom>
        </p:spPr>
      </p:pic>
      <p:pic>
        <p:nvPicPr>
          <p:cNvPr id="5" name="Picture 4">
            <a:extLst>
              <a:ext uri="{FF2B5EF4-FFF2-40B4-BE49-F238E27FC236}">
                <a16:creationId xmlns:a16="http://schemas.microsoft.com/office/drawing/2014/main" id="{E246C96C-1A10-1361-34F3-0B3EA880A841}"/>
              </a:ext>
            </a:extLst>
          </p:cNvPr>
          <p:cNvPicPr>
            <a:picLocks noChangeAspect="1"/>
          </p:cNvPicPr>
          <p:nvPr/>
        </p:nvPicPr>
        <p:blipFill>
          <a:blip r:embed="rId3"/>
          <a:stretch>
            <a:fillRect/>
          </a:stretch>
        </p:blipFill>
        <p:spPr>
          <a:xfrm>
            <a:off x="6542242" y="442090"/>
            <a:ext cx="5649757" cy="6074404"/>
          </a:xfrm>
          <a:prstGeom prst="rect">
            <a:avLst/>
          </a:prstGeom>
        </p:spPr>
      </p:pic>
    </p:spTree>
    <p:extLst>
      <p:ext uri="{BB962C8B-B14F-4D97-AF65-F5344CB8AC3E}">
        <p14:creationId xmlns:p14="http://schemas.microsoft.com/office/powerpoint/2010/main" val="2302787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D089025-D0AF-0703-4E19-13D973517E4C}"/>
              </a:ext>
            </a:extLst>
          </p:cNvPr>
          <p:cNvSpPr txBox="1"/>
          <p:nvPr/>
        </p:nvSpPr>
        <p:spPr>
          <a:xfrm>
            <a:off x="137160" y="310896"/>
            <a:ext cx="11512296" cy="5801588"/>
          </a:xfrm>
          <a:prstGeom prst="rect">
            <a:avLst/>
          </a:prstGeom>
          <a:noFill/>
        </p:spPr>
        <p:txBody>
          <a:bodyPr wrap="square" rtlCol="0">
            <a:spAutoFit/>
          </a:bodyPr>
          <a:lstStyle/>
          <a:p>
            <a:r>
              <a:rPr lang="en-US" sz="2400" b="1" dirty="0">
                <a:solidFill>
                  <a:srgbClr val="0070C0"/>
                </a:solidFill>
              </a:rPr>
              <a:t>In what aspects, capability is better than ACL?</a:t>
            </a:r>
          </a:p>
          <a:p>
            <a:endParaRPr lang="en-US" sz="1100" b="1" dirty="0">
              <a:solidFill>
                <a:srgbClr val="0070C0"/>
              </a:solidFill>
            </a:endParaRPr>
          </a:p>
          <a:p>
            <a:pPr marL="342900" indent="-342900">
              <a:buFont typeface="Arial" panose="020B0604020202020204" pitchFamily="34" charset="0"/>
              <a:buChar char="•"/>
            </a:pPr>
            <a:r>
              <a:rPr lang="en-IN" sz="2400" b="1" dirty="0"/>
              <a:t>ACLs </a:t>
            </a:r>
            <a:r>
              <a:rPr lang="en-US" sz="2400" b="1" dirty="0"/>
              <a:t>are suited to environments where protection is data-oriented; they are less suited where the user population is large and constantly changing, or where users want to be able to delegate their authority to run a particular program to another user for some set period of time. </a:t>
            </a:r>
          </a:p>
          <a:p>
            <a:pPr marL="342900" indent="-342900">
              <a:buFont typeface="Arial" panose="020B0604020202020204" pitchFamily="34" charset="0"/>
              <a:buChar char="•"/>
            </a:pPr>
            <a:r>
              <a:rPr lang="en-US" sz="2400" b="1" dirty="0"/>
              <a:t>ACLs are simple to implement, but are not efficient as a means of doing security checking at runtime, as the typical operating system knows which user is running a particular program, rather than what files it has been authorized to access since it was invoked. The operating system must either check the ACL at each file access, or keep track of the active access rights in some other way. </a:t>
            </a:r>
          </a:p>
          <a:p>
            <a:pPr marL="342900" indent="-342900">
              <a:buFont typeface="Arial" panose="020B0604020202020204" pitchFamily="34" charset="0"/>
              <a:buChar char="•"/>
            </a:pPr>
            <a:r>
              <a:rPr lang="en-US" sz="2400" b="1" dirty="0"/>
              <a:t>Finally, distributing the access rules into ACLs means that it can be tedious to find all the files to which a user has access. Revoking the access of an employee who has just been fired will usually have to be done by cancelling their password or other authentication mechanism. It may also be tedious to run system-wide checks; for example, verifying that no files have been left world-writable could involve checking ACLs on millions of user files.</a:t>
            </a:r>
            <a:endParaRPr lang="en-IN" sz="3200" b="1" dirty="0">
              <a:solidFill>
                <a:srgbClr val="0070C0"/>
              </a:solidFill>
            </a:endParaRPr>
          </a:p>
        </p:txBody>
      </p:sp>
    </p:spTree>
    <p:extLst>
      <p:ext uri="{BB962C8B-B14F-4D97-AF65-F5344CB8AC3E}">
        <p14:creationId xmlns:p14="http://schemas.microsoft.com/office/powerpoint/2010/main" val="3061465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2B8C9-515A-CB79-1C02-1D40B06731C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252234C-6957-F2E0-59C5-89B9AE991914}"/>
              </a:ext>
            </a:extLst>
          </p:cNvPr>
          <p:cNvSpPr txBox="1"/>
          <p:nvPr/>
        </p:nvSpPr>
        <p:spPr>
          <a:xfrm>
            <a:off x="258318" y="338465"/>
            <a:ext cx="6094476" cy="523220"/>
          </a:xfrm>
          <a:prstGeom prst="rect">
            <a:avLst/>
          </a:prstGeom>
          <a:noFill/>
        </p:spPr>
        <p:txBody>
          <a:bodyPr wrap="square">
            <a:spAutoFit/>
          </a:bodyPr>
          <a:lstStyle/>
          <a:p>
            <a:pPr marL="342900" indent="-342900">
              <a:buFont typeface="Arial" panose="020B0604020202020204" pitchFamily="34" charset="0"/>
              <a:buChar char="•"/>
            </a:pPr>
            <a:r>
              <a:rPr lang="en-US" sz="2800" b="1" u="sng" dirty="0">
                <a:solidFill>
                  <a:srgbClr val="20A085"/>
                </a:solidFill>
              </a:rPr>
              <a:t>Types of ACL (based on filetype)</a:t>
            </a:r>
          </a:p>
        </p:txBody>
      </p:sp>
      <p:pic>
        <p:nvPicPr>
          <p:cNvPr id="3" name="Picture 2">
            <a:extLst>
              <a:ext uri="{FF2B5EF4-FFF2-40B4-BE49-F238E27FC236}">
                <a16:creationId xmlns:a16="http://schemas.microsoft.com/office/drawing/2014/main" id="{07FB1553-2BDD-EDEE-0D22-DF87E1983D98}"/>
              </a:ext>
            </a:extLst>
          </p:cNvPr>
          <p:cNvPicPr>
            <a:picLocks noChangeAspect="1"/>
          </p:cNvPicPr>
          <p:nvPr/>
        </p:nvPicPr>
        <p:blipFill>
          <a:blip r:embed="rId2"/>
          <a:stretch>
            <a:fillRect/>
          </a:stretch>
        </p:blipFill>
        <p:spPr>
          <a:xfrm>
            <a:off x="463378" y="1231787"/>
            <a:ext cx="11012342" cy="4519789"/>
          </a:xfrm>
          <a:prstGeom prst="rect">
            <a:avLst/>
          </a:prstGeom>
        </p:spPr>
      </p:pic>
    </p:spTree>
    <p:extLst>
      <p:ext uri="{BB962C8B-B14F-4D97-AF65-F5344CB8AC3E}">
        <p14:creationId xmlns:p14="http://schemas.microsoft.com/office/powerpoint/2010/main" val="335655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F9AB4-789D-7CFD-6CD8-1F30DD1C16B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B3A933E-1F6B-C06E-6D58-A5D1196E0B35}"/>
              </a:ext>
            </a:extLst>
          </p:cNvPr>
          <p:cNvPicPr>
            <a:picLocks noChangeAspect="1"/>
          </p:cNvPicPr>
          <p:nvPr/>
        </p:nvPicPr>
        <p:blipFill>
          <a:blip r:embed="rId2"/>
          <a:stretch>
            <a:fillRect/>
          </a:stretch>
        </p:blipFill>
        <p:spPr>
          <a:xfrm>
            <a:off x="731520" y="1289304"/>
            <a:ext cx="10881360" cy="4860899"/>
          </a:xfrm>
          <a:prstGeom prst="rect">
            <a:avLst/>
          </a:prstGeom>
        </p:spPr>
      </p:pic>
      <p:sp>
        <p:nvSpPr>
          <p:cNvPr id="6" name="TextBox 5">
            <a:extLst>
              <a:ext uri="{FF2B5EF4-FFF2-40B4-BE49-F238E27FC236}">
                <a16:creationId xmlns:a16="http://schemas.microsoft.com/office/drawing/2014/main" id="{65FF8F38-CDA3-85B5-AD0D-805FEC131804}"/>
              </a:ext>
            </a:extLst>
          </p:cNvPr>
          <p:cNvSpPr txBox="1"/>
          <p:nvPr/>
        </p:nvSpPr>
        <p:spPr>
          <a:xfrm>
            <a:off x="258318" y="338465"/>
            <a:ext cx="6094476" cy="523220"/>
          </a:xfrm>
          <a:prstGeom prst="rect">
            <a:avLst/>
          </a:prstGeom>
          <a:noFill/>
        </p:spPr>
        <p:txBody>
          <a:bodyPr wrap="square">
            <a:spAutoFit/>
          </a:bodyPr>
          <a:lstStyle/>
          <a:p>
            <a:pPr marL="342900" indent="-342900">
              <a:buFont typeface="Arial" panose="020B0604020202020204" pitchFamily="34" charset="0"/>
              <a:buChar char="•"/>
            </a:pPr>
            <a:r>
              <a:rPr lang="en-US" sz="2800" b="1" u="sng" dirty="0">
                <a:solidFill>
                  <a:srgbClr val="20A085"/>
                </a:solidFill>
              </a:rPr>
              <a:t>Types of networking ACL</a:t>
            </a:r>
          </a:p>
        </p:txBody>
      </p:sp>
    </p:spTree>
    <p:extLst>
      <p:ext uri="{BB962C8B-B14F-4D97-AF65-F5344CB8AC3E}">
        <p14:creationId xmlns:p14="http://schemas.microsoft.com/office/powerpoint/2010/main" val="3431173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CFD64-F8EC-14C2-13A7-AE86828F024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FD42EF6-2EDD-7802-50A3-FD97A83E5F4E}"/>
              </a:ext>
            </a:extLst>
          </p:cNvPr>
          <p:cNvPicPr>
            <a:picLocks noChangeAspect="1"/>
          </p:cNvPicPr>
          <p:nvPr/>
        </p:nvPicPr>
        <p:blipFill>
          <a:blip r:embed="rId2"/>
          <a:stretch>
            <a:fillRect/>
          </a:stretch>
        </p:blipFill>
        <p:spPr>
          <a:xfrm>
            <a:off x="481584" y="370332"/>
            <a:ext cx="11228832" cy="6117336"/>
          </a:xfrm>
          <a:prstGeom prst="rect">
            <a:avLst/>
          </a:prstGeom>
        </p:spPr>
      </p:pic>
    </p:spTree>
    <p:extLst>
      <p:ext uri="{BB962C8B-B14F-4D97-AF65-F5344CB8AC3E}">
        <p14:creationId xmlns:p14="http://schemas.microsoft.com/office/powerpoint/2010/main" val="4267937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864C8-6994-C4D7-6AD3-E30FDE0F5DA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1E39C30-557E-406C-8BBC-148432E43D1C}"/>
              </a:ext>
            </a:extLst>
          </p:cNvPr>
          <p:cNvPicPr>
            <a:picLocks noChangeAspect="1"/>
          </p:cNvPicPr>
          <p:nvPr/>
        </p:nvPicPr>
        <p:blipFill>
          <a:blip r:embed="rId2"/>
          <a:stretch>
            <a:fillRect/>
          </a:stretch>
        </p:blipFill>
        <p:spPr>
          <a:xfrm>
            <a:off x="507190" y="503858"/>
            <a:ext cx="11005106" cy="5960949"/>
          </a:xfrm>
          <a:prstGeom prst="rect">
            <a:avLst/>
          </a:prstGeom>
        </p:spPr>
      </p:pic>
    </p:spTree>
    <p:extLst>
      <p:ext uri="{BB962C8B-B14F-4D97-AF65-F5344CB8AC3E}">
        <p14:creationId xmlns:p14="http://schemas.microsoft.com/office/powerpoint/2010/main" val="3018036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A696-FD0E-5959-851B-747FE070028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9E81C76-36EF-9143-FA61-B24CE8A38030}"/>
              </a:ext>
            </a:extLst>
          </p:cNvPr>
          <p:cNvPicPr>
            <a:picLocks noChangeAspect="1"/>
          </p:cNvPicPr>
          <p:nvPr/>
        </p:nvPicPr>
        <p:blipFill>
          <a:blip r:embed="rId2"/>
          <a:stretch>
            <a:fillRect/>
          </a:stretch>
        </p:blipFill>
        <p:spPr>
          <a:xfrm>
            <a:off x="481584" y="288036"/>
            <a:ext cx="11228832" cy="6281928"/>
          </a:xfrm>
          <a:prstGeom prst="rect">
            <a:avLst/>
          </a:prstGeom>
        </p:spPr>
      </p:pic>
    </p:spTree>
    <p:extLst>
      <p:ext uri="{BB962C8B-B14F-4D97-AF65-F5344CB8AC3E}">
        <p14:creationId xmlns:p14="http://schemas.microsoft.com/office/powerpoint/2010/main" val="865840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B604ED2-0BBC-6115-38F5-9035B00EC4A2}"/>
              </a:ext>
            </a:extLst>
          </p:cNvPr>
          <p:cNvPicPr>
            <a:picLocks noChangeAspect="1"/>
          </p:cNvPicPr>
          <p:nvPr/>
        </p:nvPicPr>
        <p:blipFill>
          <a:blip r:embed="rId2"/>
          <a:stretch>
            <a:fillRect/>
          </a:stretch>
        </p:blipFill>
        <p:spPr>
          <a:xfrm>
            <a:off x="539496" y="220514"/>
            <a:ext cx="11201400" cy="6416971"/>
          </a:xfrm>
          <a:prstGeom prst="rect">
            <a:avLst/>
          </a:prstGeom>
        </p:spPr>
      </p:pic>
    </p:spTree>
    <p:extLst>
      <p:ext uri="{BB962C8B-B14F-4D97-AF65-F5344CB8AC3E}">
        <p14:creationId xmlns:p14="http://schemas.microsoft.com/office/powerpoint/2010/main" val="2347283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DE46A34-1EF9-28D3-0EB7-094C6AB4FA09}"/>
              </a:ext>
            </a:extLst>
          </p:cNvPr>
          <p:cNvPicPr>
            <a:picLocks noChangeAspect="1"/>
          </p:cNvPicPr>
          <p:nvPr/>
        </p:nvPicPr>
        <p:blipFill>
          <a:blip r:embed="rId2"/>
          <a:stretch>
            <a:fillRect/>
          </a:stretch>
        </p:blipFill>
        <p:spPr>
          <a:xfrm>
            <a:off x="566928" y="438912"/>
            <a:ext cx="11009376" cy="5980176"/>
          </a:xfrm>
          <a:prstGeom prst="rect">
            <a:avLst/>
          </a:prstGeom>
        </p:spPr>
      </p:pic>
    </p:spTree>
    <p:extLst>
      <p:ext uri="{BB962C8B-B14F-4D97-AF65-F5344CB8AC3E}">
        <p14:creationId xmlns:p14="http://schemas.microsoft.com/office/powerpoint/2010/main" val="3574400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0E586-C4E4-633E-DEC3-10D0CE0ABA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C4C1AEB-896B-7381-0569-E4DA3FECFA7D}"/>
              </a:ext>
            </a:extLst>
          </p:cNvPr>
          <p:cNvPicPr>
            <a:picLocks noChangeAspect="1"/>
          </p:cNvPicPr>
          <p:nvPr/>
        </p:nvPicPr>
        <p:blipFill>
          <a:blip r:embed="rId2"/>
          <a:stretch>
            <a:fillRect/>
          </a:stretch>
        </p:blipFill>
        <p:spPr>
          <a:xfrm>
            <a:off x="496520" y="234574"/>
            <a:ext cx="11107216" cy="6303386"/>
          </a:xfrm>
          <a:prstGeom prst="rect">
            <a:avLst/>
          </a:prstGeom>
        </p:spPr>
      </p:pic>
    </p:spTree>
    <p:extLst>
      <p:ext uri="{BB962C8B-B14F-4D97-AF65-F5344CB8AC3E}">
        <p14:creationId xmlns:p14="http://schemas.microsoft.com/office/powerpoint/2010/main" val="2358913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6494D-07CC-D7A5-31D9-FF1232B6D96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74A9F98-BF1F-110E-9C48-264ED8F1B449}"/>
              </a:ext>
            </a:extLst>
          </p:cNvPr>
          <p:cNvPicPr>
            <a:picLocks noChangeAspect="1"/>
          </p:cNvPicPr>
          <p:nvPr/>
        </p:nvPicPr>
        <p:blipFill>
          <a:blip r:embed="rId2"/>
          <a:stretch>
            <a:fillRect/>
          </a:stretch>
        </p:blipFill>
        <p:spPr>
          <a:xfrm>
            <a:off x="679705" y="128017"/>
            <a:ext cx="10775619" cy="2724290"/>
          </a:xfrm>
          <a:prstGeom prst="rect">
            <a:avLst/>
          </a:prstGeom>
        </p:spPr>
      </p:pic>
      <p:pic>
        <p:nvPicPr>
          <p:cNvPr id="5" name="Picture 4">
            <a:extLst>
              <a:ext uri="{FF2B5EF4-FFF2-40B4-BE49-F238E27FC236}">
                <a16:creationId xmlns:a16="http://schemas.microsoft.com/office/drawing/2014/main" id="{8707E003-577A-2813-346F-60A49C842908}"/>
              </a:ext>
            </a:extLst>
          </p:cNvPr>
          <p:cNvPicPr>
            <a:picLocks noChangeAspect="1"/>
          </p:cNvPicPr>
          <p:nvPr/>
        </p:nvPicPr>
        <p:blipFill>
          <a:blip r:embed="rId3"/>
          <a:stretch>
            <a:fillRect/>
          </a:stretch>
        </p:blipFill>
        <p:spPr>
          <a:xfrm>
            <a:off x="679706" y="2913396"/>
            <a:ext cx="10775618" cy="3816587"/>
          </a:xfrm>
          <a:prstGeom prst="rect">
            <a:avLst/>
          </a:prstGeom>
        </p:spPr>
      </p:pic>
    </p:spTree>
    <p:extLst>
      <p:ext uri="{BB962C8B-B14F-4D97-AF65-F5344CB8AC3E}">
        <p14:creationId xmlns:p14="http://schemas.microsoft.com/office/powerpoint/2010/main" val="3377729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7F0B-1823-CC35-9013-2D7B1BA6A6A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1C5C00E-1978-85B6-067D-A87971DCB173}"/>
              </a:ext>
            </a:extLst>
          </p:cNvPr>
          <p:cNvPicPr>
            <a:picLocks noChangeAspect="1"/>
          </p:cNvPicPr>
          <p:nvPr/>
        </p:nvPicPr>
        <p:blipFill>
          <a:blip r:embed="rId2"/>
          <a:stretch>
            <a:fillRect/>
          </a:stretch>
        </p:blipFill>
        <p:spPr>
          <a:xfrm>
            <a:off x="548640" y="246888"/>
            <a:ext cx="11045951" cy="6400800"/>
          </a:xfrm>
          <a:prstGeom prst="rect">
            <a:avLst/>
          </a:prstGeom>
        </p:spPr>
      </p:pic>
    </p:spTree>
    <p:extLst>
      <p:ext uri="{BB962C8B-B14F-4D97-AF65-F5344CB8AC3E}">
        <p14:creationId xmlns:p14="http://schemas.microsoft.com/office/powerpoint/2010/main" val="3248779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56" y="914400"/>
            <a:ext cx="3867912" cy="5029200"/>
          </a:xfrm>
        </p:spPr>
        <p:txBody>
          <a:bodyPr anchor="ctr"/>
          <a:lstStyle/>
          <a:p>
            <a:r>
              <a:rPr lang="en-US" dirty="0">
                <a:solidFill>
                  <a:srgbClr val="3366CC"/>
                </a:solidFill>
              </a:rPr>
              <a:t>Dr. Rachaita Dutta</a:t>
            </a:r>
          </a:p>
          <a:p>
            <a:r>
              <a:rPr lang="en-US" dirty="0">
                <a:solidFill>
                  <a:srgbClr val="3366CC"/>
                </a:solidFill>
              </a:rPr>
              <a:t>Assistant professor</a:t>
            </a:r>
          </a:p>
          <a:p>
            <a:r>
              <a:rPr lang="en-US" dirty="0">
                <a:solidFill>
                  <a:srgbClr val="3366CC"/>
                </a:solidFill>
              </a:rPr>
              <a:t>Dept. of </a:t>
            </a:r>
            <a:r>
              <a:rPr lang="en-US" dirty="0" err="1">
                <a:solidFill>
                  <a:srgbClr val="3366CC"/>
                </a:solidFill>
              </a:rPr>
              <a:t>mca</a:t>
            </a:r>
            <a:endParaRPr lang="en-US" dirty="0">
              <a:solidFill>
                <a:srgbClr val="3366CC"/>
              </a:solidFill>
            </a:endParaRPr>
          </a:p>
          <a:p>
            <a:pPr lvl="1"/>
            <a:r>
              <a:rPr lang="en-US" dirty="0">
                <a:solidFill>
                  <a:srgbClr val="3366CC"/>
                </a:solidFill>
              </a:rPr>
              <a:t>9007223301</a:t>
            </a:r>
          </a:p>
          <a:p>
            <a:pPr lvl="1"/>
            <a:r>
              <a:rPr lang="en-US" dirty="0">
                <a:solidFill>
                  <a:srgbClr val="3366CC"/>
                </a:solidFill>
              </a:rPr>
              <a:t>rachaitadutta@my.amrita.edu</a:t>
            </a:r>
          </a:p>
          <a:p>
            <a:pPr lvl="1"/>
            <a:endParaRPr lang="en-US" dirty="0"/>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{B98133CB-3674-4F35-B50A-DE48D38308D6}tf11964407_win32</Template>
  <TotalTime>19211</TotalTime>
  <Words>289</Words>
  <Application>Microsoft Office PowerPoint</Application>
  <PresentationFormat>Widescreen</PresentationFormat>
  <Paragraphs>21</Paragraphs>
  <Slides>20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Courier New</vt:lpstr>
      <vt:lpstr>Gill Sans Nova Light</vt:lpstr>
      <vt:lpstr>Sagona Book</vt:lpstr>
      <vt:lpstr>Custom</vt:lpstr>
      <vt:lpstr>Authorization (ACL &amp; Capabilities)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Rachaita Dutta</dc:creator>
  <cp:lastModifiedBy>Rachaita Dutta</cp:lastModifiedBy>
  <cp:revision>2</cp:revision>
  <dcterms:created xsi:type="dcterms:W3CDTF">2025-07-21T05:05:59Z</dcterms:created>
  <dcterms:modified xsi:type="dcterms:W3CDTF">2025-09-14T08:16:00Z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